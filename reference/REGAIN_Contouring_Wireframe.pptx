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058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1E1E"/>
                </a:solidFill>
              </a:rPr>
              <a:t>REGAIN CLINIC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157276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CONTOURING 페이지 — 콘텐츠 와이어프레임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199339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라인·윤곽 설계형  ·  얼굴형 교정 + 바디 컨투어링 + 액취증·다한증  ·  Content Wireframe v1.0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2377440"/>
            <a:ext cx="11338560" cy="0"/>
          </a:xfrm>
          <a:prstGeom prst="line">
            <a:avLst/>
          </a:prstGeom>
          <a:noFill/>
          <a:ln w="8890">
            <a:solidFill>
              <a:srgbClr val="AAA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57860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E1E"/>
                </a:solidFill>
              </a:rPr>
              <a:t>4개 서브페이지 성격 구분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2889504"/>
            <a:ext cx="11338560" cy="384048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9626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E1E"/>
                </a:solidFill>
              </a:rPr>
              <a:t>SIGNATURE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651760" y="2962656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재생의학 / 프로그램 탭형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3346704"/>
            <a:ext cx="11338560" cy="384048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4198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E1E"/>
                </a:solidFill>
              </a:rPr>
              <a:t>SKIN REBOOT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651760" y="3419856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피부 고민 선택형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803904"/>
            <a:ext cx="11338560" cy="384048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8770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E1E"/>
                </a:solidFill>
              </a:rPr>
              <a:t>ANTI-AGING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51760" y="3877056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리프팅 타입 선택형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4261104"/>
            <a:ext cx="11338560" cy="384048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3342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CONTOURING ★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651760" y="4334256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라인·윤곽 설계형  ·  대분류 3종 (얼굴형 / 바디 / 액취증·다한증)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480974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E1E"/>
                </a:solidFill>
              </a:rPr>
              <a:t>섹션 구성 (11개)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5120640"/>
            <a:ext cx="5577840" cy="365760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15721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88888"/>
                </a:solidFill>
              </a:rPr>
              <a:t>01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22960" y="5166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Hero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97480" y="51663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얼굴+바디 라인 카피 · CTA 2개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65760" y="5559552"/>
            <a:ext cx="5577840" cy="365760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59612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88888"/>
                </a:solidFill>
              </a:rPr>
              <a:t>02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22960" y="56052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Category Guide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697480" y="56052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얼굴형 / 바디 / 액취증 3카드 선택 가이드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65760" y="5998464"/>
            <a:ext cx="5577840" cy="365760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03504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88888"/>
                </a:solidFill>
              </a:rPr>
              <a:t>03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22960" y="60441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Face Contouring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697480" y="604418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필러·레디어스·실리프팅 카드 3종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65760" y="6437376"/>
            <a:ext cx="5577840" cy="365760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47395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88888"/>
                </a:solidFill>
              </a:rPr>
              <a:t>04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22960" y="64830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Body Contouring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697480" y="648309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트리플바디·슈링크·슬림주사·보톡스 카드 4종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65760" y="6876288"/>
            <a:ext cx="5577840" cy="365760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91286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88888"/>
                </a:solidFill>
              </a:rPr>
              <a:t>05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22960" y="6922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Sweat &amp; Odor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697480" y="69220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액취증·다한증 전용 섹션 (문제→비교→자가체크→차별점)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217920" y="5120640"/>
            <a:ext cx="5577840" cy="365760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515721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88888"/>
                </a:solidFill>
              </a:rPr>
              <a:t>06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675120" y="5166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Process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549640" y="51663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5단계 공통 프로세스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217920" y="5559552"/>
            <a:ext cx="5577840" cy="365760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559612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88888"/>
                </a:solidFill>
              </a:rPr>
              <a:t>07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675120" y="56052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추천 대상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549640" y="56052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3영역별 체크 항목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217920" y="5998464"/>
            <a:ext cx="5577840" cy="365760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0" y="603504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88888"/>
                </a:solidFill>
              </a:rPr>
              <a:t>08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675120" y="60441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Notice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549640" y="604418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공통 + 시술별 주의사항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217920" y="6437376"/>
            <a:ext cx="5577840" cy="365760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09360" y="647395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88888"/>
                </a:solidFill>
              </a:rPr>
              <a:t>09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675120" y="64830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Final CTA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549640" y="648309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상담 버튼 3종 + 영역 바로가기 3개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1612880" y="6656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1 / 7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1161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1E"/>
                </a:solidFill>
              </a:rPr>
              <a:t>Slide 2  —  01 Hero  +  02 Category Guide  +  03 Face Contouring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01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CONTOURING CLINIC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74320" y="548640"/>
            <a:ext cx="11887200" cy="1737360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48640"/>
            <a:ext cx="11887200" cy="1737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배경 이미지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얼굴 라인 측면 모델 + 바디 실루엣  ·  딥 퍼플 + 페일 라벤더 + 베이지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57200" y="694944"/>
            <a:ext cx="5303520" cy="142646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80467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CONTOURING CLINIC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1005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1E1E"/>
                </a:solidFill>
              </a:rPr>
              <a:t>얼굴과 바디의 균형을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1E1E"/>
                </a:solidFill>
              </a:rPr>
              <a:t>정교하게 설계합니다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53619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얼굴형, 볼륨, 바디 라인, 국소 부위 고민까지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개인의 구조와 상태를 바탕으로 자연스러운 실루엣을 제안합니다.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40080" y="1938528"/>
            <a:ext cx="1371600" cy="274320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938528"/>
            <a:ext cx="137160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상담 예약하기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139696" y="1938528"/>
            <a:ext cx="1920240" cy="274320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39696" y="1938528"/>
            <a:ext cx="192024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1E1E"/>
                </a:solidFill>
              </a:rPr>
              <a:t>나에게 맞는 컨투어링 찾기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4320" y="2340864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888888"/>
                </a:solidFill>
              </a:rPr>
              <a:t>※ #얼굴형교정 #맞춤필러 #실리프팅 #바디컨투어링 #슬림주사 #다한증치료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274320" y="2523744"/>
            <a:ext cx="1161288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274320" y="26151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02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74320" y="277977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CONTOURING CATEGORY GUIDE  —  어떤 컨투어링이 필요하신가요?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74320" y="2816352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888888"/>
                </a:solidFill>
              </a:rPr>
              <a:t>※ 3개 카드 선택 가이드  ·  클릭 시 해당 섹션으로 스크롤  ·  Skin Reboot 고민 선택과 달리 '대분류 진입형' 카드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11887200" cy="1609344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127248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어떤 컨투어링이 필요하신가요?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474720"/>
            <a:ext cx="36576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584448"/>
            <a:ext cx="347472" cy="329184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584448"/>
            <a:ext cx="347472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24128" y="3621024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E1E"/>
                </a:solidFill>
              </a:rPr>
              <a:t>얼굴형 교정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" y="3968496"/>
            <a:ext cx="3419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꺼짐·볼륨·턱선·얼굴선 균형이 고민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66928" y="4187952"/>
            <a:ext cx="3419856" cy="237744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187952"/>
            <a:ext cx="3419856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맞춤 필러 / 레디어스 / 실리프팅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651760" y="4187952"/>
            <a:ext cx="1335024" cy="237744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4187952"/>
            <a:ext cx="1335024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1E1E"/>
                </a:solidFill>
              </a:rPr>
              <a:t>바로가기 →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315968" y="3474720"/>
            <a:ext cx="36576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25696" y="3584448"/>
            <a:ext cx="347472" cy="329184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25696" y="3584448"/>
            <a:ext cx="347472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82896" y="3621024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E1E"/>
                </a:solidFill>
              </a:rPr>
              <a:t>바디 라인 관리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425696" y="3968496"/>
            <a:ext cx="3419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지방·탄력·부분 라인 정리가 고민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425696" y="4187952"/>
            <a:ext cx="3419856" cy="237744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25696" y="4187952"/>
            <a:ext cx="3419856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트리플 바디 / 슈링크 / 슬림주사 / 바디 보톡스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510528" y="4187952"/>
            <a:ext cx="1335024" cy="237744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10528" y="4187952"/>
            <a:ext cx="1335024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1E1E"/>
                </a:solidFill>
              </a:rPr>
              <a:t>바로가기 →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8174736" y="3474720"/>
            <a:ext cx="36576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84464" y="3584448"/>
            <a:ext cx="347472" cy="329184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84464" y="3584448"/>
            <a:ext cx="347472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741664" y="3621024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E1E"/>
                </a:solidFill>
              </a:rPr>
              <a:t>액취증·다한증 치료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284464" y="3968496"/>
            <a:ext cx="3419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반복되는 냄새와 땀 고민이 있다면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8284464" y="4187952"/>
            <a:ext cx="3419856" cy="237744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84464" y="4187952"/>
            <a:ext cx="3419856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초음파 기반 정밀 진단 / 맞춤 치료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0369296" y="4187952"/>
            <a:ext cx="1335024" cy="237744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369296" y="4187952"/>
            <a:ext cx="1335024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1E1E"/>
                </a:solidFill>
              </a:rPr>
              <a:t>바로가기 →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74320" y="4736592"/>
            <a:ext cx="1161288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274320" y="48280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03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274320" y="499262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FACE CONTOURING  —  필러 / 레디어스 / 실리프팅 카드 3종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274320" y="5029200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888888"/>
                </a:solidFill>
              </a:rPr>
              <a:t>※ 카드: 이름 + 한줄 설명 + 추천 고민 + 요약 정보  ·  [자세히 보기 +] 아코디언 (원리·라인업·주의사항 숨김)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274320" y="5230368"/>
            <a:ext cx="11887200" cy="1389888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" y="5358384"/>
            <a:ext cx="365760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200" y="5358384"/>
            <a:ext cx="3657600" cy="420624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5358384"/>
            <a:ext cx="365760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[ 이미지 ]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66928" y="583387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E1E"/>
                </a:solidFill>
              </a:rPr>
              <a:t>프리미엄 맞춤 필러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66928" y="607161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꺼진 볼륨을 보충해 얼굴 균형을 맞추는 시술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66928" y="6272784"/>
            <a:ext cx="2011680" cy="201168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6928" y="6272784"/>
            <a:ext cx="201168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꺼진 볼륨 / 입체감 / 윤곽 균형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2633472" y="6272784"/>
            <a:ext cx="1371600" cy="201168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633472" y="6272784"/>
            <a:ext cx="137160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1E1E"/>
                </a:solidFill>
              </a:rPr>
              <a:t>자세히 보기  [ + ]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315968" y="5358384"/>
            <a:ext cx="365760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315968" y="5358384"/>
            <a:ext cx="3657600" cy="420624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15968" y="5358384"/>
            <a:ext cx="365760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[ 이미지 ]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425696" y="583387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E1E"/>
                </a:solidFill>
              </a:rPr>
              <a:t>레디어스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425696" y="607161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볼륨과 윤곽·피부 탄력감을 함께 고려하는 케어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4425696" y="6272784"/>
            <a:ext cx="2011680" cy="201168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425696" y="6272784"/>
            <a:ext cx="201168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윤곽 보완 / 구조 탄력 / 자연스러운 입체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6492240" y="6272784"/>
            <a:ext cx="1371600" cy="201168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92240" y="6272784"/>
            <a:ext cx="137160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1E1E"/>
                </a:solidFill>
              </a:rPr>
              <a:t>자세히 보기  [ + ]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8174736" y="5358384"/>
            <a:ext cx="365760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174736" y="5358384"/>
            <a:ext cx="3657600" cy="420624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174736" y="5358384"/>
            <a:ext cx="365760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[ 이미지 ]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8284464" y="583387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E1E"/>
                </a:solidFill>
              </a:rPr>
              <a:t>실리프팅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284464" y="607161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처짐 방향·피부 두께·볼륨 분포를 분석해 설계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8284464" y="6272784"/>
            <a:ext cx="2011680" cy="201168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284464" y="6272784"/>
            <a:ext cx="201168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턱선 / 처짐 개선 / 라인 정리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10351008" y="6272784"/>
            <a:ext cx="1371600" cy="201168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351008" y="6272784"/>
            <a:ext cx="137160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1E1E"/>
                </a:solidFill>
              </a:rPr>
              <a:t>자세히 보기  [ + ]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11612880" y="6656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 / 7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1161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1E"/>
                </a:solidFill>
              </a:rPr>
              <a:t>Slide 3  —  04 Body Contouring (카드 4종)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04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BODY CONTOURING  —  단순 체중 감량이 아닌, 라인과 균형까지 고려한 바디 실루엣 설계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888888"/>
                </a:solidFill>
              </a:rPr>
              <a:t>※ 4개 카드  ·  이름 + 한줄 설명 + 추천 고민 + 요약 정보  ·  [자세히 보기 +] 아코디언 (추천 대상·핵심 포인트 숨김)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11887200" cy="896112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4124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1E"/>
                </a:solidFill>
              </a:rPr>
              <a:t>BODY CONTOURING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152144"/>
            <a:ext cx="1161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바디 컨투어링은 체중 숫자만 줄이는 관리가 아니라, 지방 분포·탄력 저하·근육 발달·국소 부위 고민을 함께 고려해 개인에게 맞는 바디 라인 관리 방향을 제안합니다.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755648"/>
            <a:ext cx="566928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755648"/>
            <a:ext cx="5669280" cy="694944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55648"/>
            <a:ext cx="5669280" cy="6949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[ 이미지 ]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84048" y="2523744"/>
            <a:ext cx="329184" cy="274320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523744"/>
            <a:ext cx="329184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86384" y="2560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1E"/>
                </a:solidFill>
              </a:rPr>
              <a:t>트리플 바디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2336" y="2871216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지방과 탄력을 동시에 고려하는 복합 에너지 바디 컨투어링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02336" y="3127248"/>
            <a:ext cx="3200400" cy="201168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3127248"/>
            <a:ext cx="3200400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지방·탄력 / 셀룰라이트 / 라인 정리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02336" y="336499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30~60분  ·  1~2주 간격  ·  마취 불필요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02336" y="3566160"/>
            <a:ext cx="4114800" cy="201168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3566160"/>
            <a:ext cx="4114800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추천: 지방+탄력 저하 동시 고민 / 셀룰라이트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572000" y="3566160"/>
            <a:ext cx="1243584" cy="292608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3566160"/>
            <a:ext cx="1243584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1E1E"/>
                </a:solidFill>
              </a:rPr>
              <a:t>자세히 보기  [ + ]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172200" y="1755648"/>
            <a:ext cx="566928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1755648"/>
            <a:ext cx="5669280" cy="694944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1755648"/>
            <a:ext cx="5669280" cy="6949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[ 이미지 ]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281928" y="2523744"/>
            <a:ext cx="329184" cy="274320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1928" y="2523744"/>
            <a:ext cx="329184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02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684264" y="2560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1E"/>
                </a:solidFill>
              </a:rPr>
              <a:t>바디 슈링크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0216" y="2871216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늘어진 바디를 깊은 층부터 끌어올리는 고강도 초음파 리프팅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300216" y="3127248"/>
            <a:ext cx="3200400" cy="201168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0216" y="3127248"/>
            <a:ext cx="3200400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처짐 개선 / 탄력 / 타이트닝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300216" y="336499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30~60분  ·  상태별 조절  ·  마취 불필요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300216" y="3566160"/>
            <a:ext cx="4114800" cy="201168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0216" y="3566160"/>
            <a:ext cx="4114800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추천: 다이어트·출산 후 처짐 / 복부·허벅지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0469880" y="3566160"/>
            <a:ext cx="1243584" cy="292608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69880" y="3566160"/>
            <a:ext cx="1243584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1E1E"/>
                </a:solidFill>
              </a:rPr>
              <a:t>자세히 보기  [ + ]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74320" y="4151376"/>
            <a:ext cx="566928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4151376"/>
            <a:ext cx="5669280" cy="694944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151376"/>
            <a:ext cx="5669280" cy="6949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[ 이미지 ]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84048" y="4919472"/>
            <a:ext cx="329184" cy="274320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4919472"/>
            <a:ext cx="329184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03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86384" y="49560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1E"/>
                </a:solidFill>
              </a:rPr>
              <a:t>바디 슬림주사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02336" y="5266944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운동·식이만으로 빠지지 않는 국소 부위 맞춤 바디 라인 치료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02336" y="5522976"/>
            <a:ext cx="3200400" cy="201168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2336" y="5522976"/>
            <a:ext cx="3200400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국소 지방 / 사이즈 감소 / 라인 정리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02336" y="57607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10~20분  ·  1~2주 간격  ·  부위별 선택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02336" y="5961888"/>
            <a:ext cx="4114800" cy="201168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2336" y="5961888"/>
            <a:ext cx="4114800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추천: 복부·팔뚝·허벅지·옆구리 / 라인 정리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572000" y="5961888"/>
            <a:ext cx="1243584" cy="292608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0" y="5961888"/>
            <a:ext cx="1243584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1E1E"/>
                </a:solidFill>
              </a:rPr>
              <a:t>자세히 보기  [ + ]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172200" y="4151376"/>
            <a:ext cx="566928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72200" y="4151376"/>
            <a:ext cx="5669280" cy="694944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72200" y="4151376"/>
            <a:ext cx="5669280" cy="6949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[ 이미지 ]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281928" y="4919472"/>
            <a:ext cx="329184" cy="274320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81928" y="4919472"/>
            <a:ext cx="329184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04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684264" y="49560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1E"/>
                </a:solidFill>
              </a:rPr>
              <a:t>바디 보톡스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300216" y="5266944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불필요한 근육을 디자인하는 승모근·종아리 보톡스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300216" y="5522976"/>
            <a:ext cx="3200400" cy="201168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00216" y="5522976"/>
            <a:ext cx="3200400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근육 부피 / 슬림 실루엣 / 라인 개선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300216" y="57607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10~15분  ·  3~6개월 간격  ·  불필요/선택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300216" y="5961888"/>
            <a:ext cx="4114800" cy="201168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00216" y="5961888"/>
            <a:ext cx="4114800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추천: 직각 어깨 / 종아리 알 / 웨딩 관리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10469880" y="5961888"/>
            <a:ext cx="1243584" cy="292608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469880" y="5961888"/>
            <a:ext cx="1243584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1E1E"/>
                </a:solidFill>
              </a:rPr>
              <a:t>자세히 보기  [ + ]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274320" y="6638544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888888"/>
                </a:solidFill>
              </a:rPr>
              <a:t>※ 각 카드 [자세히 보기 +] 클릭 시: 핵심 포인트 3개 + 추천 대상 상세 아코디언 펼침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11612880" y="6656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3 / 7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1161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1E"/>
                </a:solidFill>
              </a:rPr>
              <a:t>Slide 4  —  05 Sweat &amp; Odor Treatment  (액취증·다한증 전용 섹션)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310896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888888"/>
                </a:solidFill>
              </a:rPr>
              <a:t>※ 성격이 다른 전문 치료 → 바디 쉐이핑 카드에 섞지 않고 별도 독립 섹션으로 구성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05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SWEAT &amp; ODOR TREATMENT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11887200" cy="621792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04672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가리는 치료가 아닌, 원인을 설계하는 액취증·다한증 치료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081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1E1E"/>
                </a:solidFill>
              </a:rPr>
              <a:t>[ Problem ]  문제 블록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5669280" cy="749808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3736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E1E"/>
                </a:solidFill>
              </a:rPr>
              <a:t>보이지 않는 구조까지 확인해야 합니다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1572768" cy="237744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93392"/>
            <a:ext cx="1572768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반복되는 냄새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176272" y="1993392"/>
            <a:ext cx="1572768" cy="237744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76272" y="1993392"/>
            <a:ext cx="1572768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시술 후 부작용 우려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895344" y="1993392"/>
            <a:ext cx="1572768" cy="237744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95344" y="1993392"/>
            <a:ext cx="1572768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만족스럽지 않은 결과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228600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원인은 구조를 고려하지 않은 치료일 수 있습니다.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217920" y="140817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1E1E"/>
                </a:solidFill>
              </a:rPr>
              <a:t>[ Compare ]  기존 방식 vs 리겐 방식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1627632"/>
            <a:ext cx="2697480" cy="749808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71907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555"/>
                </a:solidFill>
              </a:rPr>
              <a:t>기존 방식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0" y="193852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· 눈으로만 판단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00800" y="210312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· 일률적 제거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00800" y="226771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· 재발 가능성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006840" y="1627632"/>
            <a:ext cx="2880360" cy="7498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89720" y="171907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리겐 방식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89720" y="193852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· 초음파 기반 진단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189720" y="2103120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· 1:1 맞춤 설계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189720" y="226771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· 구조 기반 접근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74320" y="2505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1E1E"/>
                </a:solidFill>
              </a:rPr>
              <a:t>[ Self Check ]  혹시 나도 액취증일까?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2724912"/>
            <a:ext cx="11887200" cy="1426464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816352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아래 항목 중 2~3개 이상 해당된다면 정밀 진단이 필요할 수 있습니다.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3072384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3090672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흰 옷 겨드랑이 부위가 노랗게 변색된다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337560" y="3072384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30168" y="3090672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주변인으로부터 암내가 난다는 이야기를 들어본 적 있다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217920" y="3072384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10528" y="3090672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귀지가 마른 상태가 아닌 축축한 물귀지 형태다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9098280" y="3072384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90888" y="3090672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유독 겨드랑이 부위만 땀이 심해 항상 젖어 있다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7200" y="3493008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9808" y="3511296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냄새 걱정으로 사회생활·대인관계에 위축감을 느낀다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337560" y="3493008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30168" y="3511296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가족 중 액취증 증상이 있는 사람이 있다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217920" y="3493008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10528" y="3511296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증상이 사춘기 이후부터 본격적으로 시작되었다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74320" y="4279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1E1E"/>
                </a:solidFill>
              </a:rPr>
              <a:t>[ Regain Difference ]  3가지 차별점 카드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4498848"/>
            <a:ext cx="11887200" cy="621792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572000"/>
            <a:ext cx="1161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E1E"/>
                </a:solidFill>
              </a:rPr>
              <a:t>지방층을 이해하는 정밀함이 액취증 치료의 차이를 만듭니다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57200" y="5175504"/>
            <a:ext cx="3657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66928" y="5285232"/>
            <a:ext cx="914400" cy="274320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6928" y="5285232"/>
            <a:ext cx="91440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Precision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554480" y="532180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E1E"/>
                </a:solidFill>
              </a:rPr>
              <a:t>초음파 타겟팅 시술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85216" y="5632704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땀샘 구조 사전 확인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정확한 치료 범위 설정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315968" y="5175504"/>
            <a:ext cx="3657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425696" y="5285232"/>
            <a:ext cx="914400" cy="274320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25696" y="5285232"/>
            <a:ext cx="91440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Safety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413248" y="532180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E1E"/>
                </a:solidFill>
              </a:rPr>
              <a:t>안전성 기반 케어 시스템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443984" y="5632704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국소·수면마취 선택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응급의학 전문의 직접 관리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8174736" y="5175504"/>
            <a:ext cx="3657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284464" y="5285232"/>
            <a:ext cx="914400" cy="274320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284464" y="5285232"/>
            <a:ext cx="91440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Recovery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9272016" y="532180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E1E"/>
                </a:solidFill>
              </a:rPr>
              <a:t>회복 중심 치료 설계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8302752" y="5632704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과잉 제거가 아닌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피부 건강을 고려한 시술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11612880" y="6656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4 / 7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1161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1E"/>
                </a:solidFill>
              </a:rPr>
              <a:t>Slide 5  —  06 Process  +  07 추천 대상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06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CONTOURING PROCESS  —  5단계 공통 프로세스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888888"/>
                </a:solidFill>
              </a:rPr>
              <a:t>※ 5단계 수평 플로우  ·  Signature/SkinReboot/AntiAging과 공통 포맷 유지  ·  컨투어링 맥락 단계명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11887200" cy="1883664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59536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리겐 컨투어링 프로세스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0624" y="1207008"/>
            <a:ext cx="2121408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2728" y="1298448"/>
            <a:ext cx="457200" cy="457200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52728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12064" y="182880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상담 및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고민 확인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12064" y="2212848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얼굴형·바디 라인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땀·냄새 고민 파악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587752" y="1737360"/>
            <a:ext cx="155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0" y="1207008"/>
            <a:ext cx="2121408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75304" y="1298448"/>
            <a:ext cx="457200" cy="457200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5304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834640" y="182880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구조·부위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진단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834640" y="2212848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볼륨·지방·근육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땀샘 구조 확인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910328" y="1737360"/>
            <a:ext cx="155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65776" y="1207008"/>
            <a:ext cx="2121408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1298448"/>
            <a:ext cx="457200" cy="457200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157216" y="182880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맞춤 계획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설계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157216" y="2212848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상태·목표에 맞는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관리 방향 설계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232904" y="1737360"/>
            <a:ext cx="155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›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88352" y="1207008"/>
            <a:ext cx="2121408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0456" y="1298448"/>
            <a:ext cx="457200" cy="457200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0456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479792" y="182880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정밀 시술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진행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479792" y="2212848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상담 결과에 따라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적합한 시술 진행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9555480" y="1737360"/>
            <a:ext cx="155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›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710928" y="1207008"/>
            <a:ext cx="2121408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43032" y="1298448"/>
            <a:ext cx="457200" cy="457200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43032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05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802368" y="182880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회복 안내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경과 확인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802368" y="2212848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주의사항·관리법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경과 모니터링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74320" y="2688336"/>
            <a:ext cx="1161288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274320" y="27797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07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74320" y="29443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RECOMMENDED  —  3영역별 추천 대상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74320" y="2980944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888888"/>
                </a:solidFill>
              </a:rPr>
              <a:t>※ 얼굴형 / 바디 / 액취증 3영역으로 분리 표기  ·  각 영역별 4개 항목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274320" y="3182112"/>
            <a:ext cx="11887200" cy="3401568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329184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이런 분께 추천합니다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57200" y="3639312"/>
            <a:ext cx="3657600" cy="329184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639312"/>
            <a:ext cx="365760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얼굴형 교정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005072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6928" y="4114800"/>
            <a:ext cx="219456" cy="219456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6928" y="41148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59536" y="4133088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꺼진 볼륨과 얼굴 입체감 저하가 고민인 분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57200" y="4535424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66928" y="4645152"/>
            <a:ext cx="219456" cy="219456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6928" y="46451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859536" y="4663440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턱선, 팔자, 볼 라인 균형이 신경 쓰이는 분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57200" y="5065776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66928" y="5175504"/>
            <a:ext cx="219456" cy="219456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6928" y="51755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859536" y="5193792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수술 없이 자연스러운 윤곽 보완을 원하는 분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57200" y="5596128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66928" y="5705856"/>
            <a:ext cx="219456" cy="219456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6928" y="57058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859536" y="5724144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체중 감량 후 얼굴 볼륨이 급격히 빠진 분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315968" y="3639312"/>
            <a:ext cx="3657600" cy="329184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315968" y="3639312"/>
            <a:ext cx="365760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바디 컨투어링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315968" y="4005072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425696" y="4114800"/>
            <a:ext cx="219456" cy="219456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425696" y="41148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718304" y="4133088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특정 부위 지방이 잘 빠지지 않는 분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315968" y="4535424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425696" y="4645152"/>
            <a:ext cx="219456" cy="219456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425696" y="46451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4718304" y="4663440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체중보다 라인 정리가 필요한 분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315968" y="5065776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425696" y="5175504"/>
            <a:ext cx="219456" cy="219456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425696" y="51755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4718304" y="5193792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다이어트 후 피부 처짐이 고민인 분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315968" y="5596128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425696" y="5705856"/>
            <a:ext cx="219456" cy="219456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425696" y="57058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4718304" y="5724144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승모근, 종아리 등 근육 라인이 고민인 분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8174736" y="3639312"/>
            <a:ext cx="3657600" cy="329184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174736" y="3639312"/>
            <a:ext cx="365760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액취증·다한증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8174736" y="4005072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284464" y="4114800"/>
            <a:ext cx="219456" cy="219456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284464" y="41148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8577072" y="4133088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반복되는 겨드랑이 냄새가 고민인 분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8174736" y="4535424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284464" y="4645152"/>
            <a:ext cx="219456" cy="219456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284464" y="46451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8577072" y="4663440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땀이 많아 옷이 자주 젖는 분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8174736" y="5065776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284464" y="5175504"/>
            <a:ext cx="219456" cy="219456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284464" y="51755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8577072" y="5193792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냄새 걱정으로 대인관계가 위축되는 분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8174736" y="5596128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84464" y="5705856"/>
            <a:ext cx="219456" cy="219456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284464" y="57058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8577072" y="5724144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정밀한 원인 진단 후 치료를 원하는 분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11612880" y="6656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5 / 7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1161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1E"/>
                </a:solidFill>
              </a:rPr>
              <a:t>Slide 6  —  08 Notice  +  09 Final CTA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347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08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NOTICE  —  공통 + 시술별 주의사항 (의료광고 필수)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888888"/>
                </a:solidFill>
              </a:rPr>
              <a:t>※ 공통 5항목 / 필러 3항목 / 실리프팅 3항목 / 액취증·다한증 2항목  ·  좌우 2단 + 하단 추가 영역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11887200" cy="287121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77824"/>
            <a:ext cx="548640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8755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E1E"/>
                </a:solidFill>
              </a:rPr>
              <a:t>공통 주의사항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129844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· 시술 후 붉어짐·붓기·압통·열감·뻐근함이 일시적으로 나타날 수 있습니다.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· 시술 당일 음주, 사우나, 찜질방, 격한 운동을 피하는 것이 좋습니다.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40080" y="19933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· 시술 부위는 며칠간 예민할 수 있으므로 강한 마사지·과도한 자극은 피해주세요.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40080" y="23408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· 체형·지방량·근육량·탄력·생활습관에 따라 횟수와 반응에 차이가 있을 수 있습니다.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40080" y="26883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· 임신·수유 중이거나 기저질환·약물·알레르기 이력이 있는 경우 반드시 상담 시 확인이 필요합니다.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26480" y="877824"/>
            <a:ext cx="585216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98755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1E1E"/>
                </a:solidFill>
              </a:rPr>
              <a:t>시술별 주의사항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1316736"/>
            <a:ext cx="822960" cy="237744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316736"/>
            <a:ext cx="8229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필러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205472" y="131673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· 시술 직후 붉은기·붓기·미세한 멍 → 3~7일 내 호전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205472" y="15727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· 최소 2주간 시술 부위 강한 압박·문지름 금지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205472" y="1828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· 1주일간 사우나·찜질방·격한 운동·음주·흡연 금지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309360" y="2304288"/>
            <a:ext cx="822960" cy="237744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304288"/>
            <a:ext cx="8229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실리프팅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205472" y="23042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· 일시적 붓기·멍·당김 발생 가능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205472" y="25603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· 시술 부위 강한 압박·문지름 금지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205472" y="28163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· 1~2주간 과도한 표정·마사지·사우나·격한 운동 금지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309360" y="3291840"/>
            <a:ext cx="822960" cy="237744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291840"/>
            <a:ext cx="8229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액취증·다한증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205472" y="32918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· 시술 직후 부기·통증·멍·당기는 느낌 발생 가능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205472" y="35478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· 1~2주간 격한 운동·수영·사우나·반복적 겨드랑이 마찰 금지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57200" y="37124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55555"/>
                </a:solidFill>
              </a:rPr>
              <a:t>피해야 할 표현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" y="3950208"/>
            <a:ext cx="1737360" cy="219456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950208"/>
            <a:ext cx="1737360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완전 제거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359152" y="3950208"/>
            <a:ext cx="1737360" cy="219456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59152" y="3950208"/>
            <a:ext cx="1737360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재발 없음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261104" y="3950208"/>
            <a:ext cx="1737360" cy="219456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61104" y="3950208"/>
            <a:ext cx="1737360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100% 효과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163056" y="3950208"/>
            <a:ext cx="1737360" cy="219456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63056" y="3950208"/>
            <a:ext cx="1737360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영구 지속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8065008" y="3950208"/>
            <a:ext cx="1737360" cy="219456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65008" y="3950208"/>
            <a:ext cx="1737360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부작용 없음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9966960" y="3950208"/>
            <a:ext cx="1737360" cy="219456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66960" y="3950208"/>
            <a:ext cx="1737360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즉각 변화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74320" y="4315968"/>
            <a:ext cx="1161288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274320" y="44074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09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74320" y="45720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FINAL CTA  —  PRIVATE CONTOURING CONSULTING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74320" y="4608576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888888"/>
                </a:solidFill>
              </a:rPr>
              <a:t>※ 다크 배경 + 좌측 이미지 + 우측 카피 + 버튼 카드 3종 + 영역 바로가기 3개 (CONTOURING 전용)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274320" y="4809744"/>
            <a:ext cx="11887200" cy="2267712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4809744"/>
            <a:ext cx="4206240" cy="2267712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809744"/>
            <a:ext cx="4206240" cy="22677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배경 이미지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(프리미엄 컨투어링 클리닉)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754880" y="5010912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PRIVATE CONTOURING CONSULTING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754880" y="528523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나에게 맞는 얼굴·바디 라인을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상담해보세요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754880" y="58704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같은 고민처럼 보여도 얼굴 구조, 지방 분포, 근육 발달, 피부 탄력은 모두 다릅니다.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리겐의원은 의료진 상담을 통해 개인에게 맞는 컨투어링 방향을 제안합니다.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8595360" y="4919472"/>
            <a:ext cx="107899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595360" y="4919472"/>
            <a:ext cx="1078992" cy="10241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전화 상담 &amp; 예약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02-1234-5678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9765792" y="4919472"/>
            <a:ext cx="107899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765792" y="4919472"/>
            <a:ext cx="1078992" cy="10241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카카오 상담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1:1 상담 바로가기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0936224" y="4919472"/>
            <a:ext cx="107899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936224" y="4919472"/>
            <a:ext cx="1078992" cy="10241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온라인 상담 예약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상담 예약하기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75488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88888"/>
                </a:solidFill>
              </a:rPr>
              <a:t>영역 바로가기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754880" y="6620256"/>
            <a:ext cx="223113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54880" y="6620256"/>
            <a:ext cx="2231136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얼굴형 교정 →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132320" y="6620256"/>
            <a:ext cx="223113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32320" y="6620256"/>
            <a:ext cx="2231136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바디 컨투어링 →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9509760" y="6620256"/>
            <a:ext cx="223113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509760" y="6620256"/>
            <a:ext cx="2231136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</a:rPr>
              <a:t>액취증·다한증 →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11612880" y="6656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6 / 7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1161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1E"/>
                </a:solidFill>
              </a:rPr>
              <a:t>Slide 7  —  CONTOURING 전체 구조 요약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329184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11개 섹션 스크롤 플로우  ·  4개 서브페이지 중 가장 넓은 카테고리 커버  ·  각 섹션 차별 포인트 명시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274320" y="603504"/>
            <a:ext cx="457200" cy="548640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03504"/>
            <a:ext cx="4572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68096" y="603504"/>
            <a:ext cx="1828800" cy="548640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603504"/>
            <a:ext cx="18288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HERO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633472" y="603504"/>
            <a:ext cx="9235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33472" y="603504"/>
            <a:ext cx="9235440" cy="548640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얼굴+바디 실루엣 이미지 · 카피 · CTA 2개 (상담 / 컨투어링 찾기)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1152144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↓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74320" y="1261872"/>
            <a:ext cx="457200" cy="548640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261872"/>
            <a:ext cx="4572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68096" y="1261872"/>
            <a:ext cx="1828800" cy="548640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1261872"/>
            <a:ext cx="18288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CATEGORY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GUIDE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33472" y="1261872"/>
            <a:ext cx="9235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33472" y="1261872"/>
            <a:ext cx="9235440" cy="548640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3카드 대분류 진입  ·  얼굴형 교정 / 바디 라인 / 액취증·다한증  ·  클릭 시 해당 섹션 스크롤 ★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84048" y="1810512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↓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74320" y="1920240"/>
            <a:ext cx="457200" cy="548640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920240"/>
            <a:ext cx="4572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03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68096" y="1920240"/>
            <a:ext cx="1828800" cy="548640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FACE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CONTOURING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633472" y="1920240"/>
            <a:ext cx="9235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33472" y="1920240"/>
            <a:ext cx="9235440" cy="548640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필러·레디어스·실리프팅 카드 3종  ·  이미지+한줄+태그+요약  ·  [자세히 보기 +] 아코디언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4048" y="2468880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↓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74320" y="2578608"/>
            <a:ext cx="457200" cy="548640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578608"/>
            <a:ext cx="4572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04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68096" y="2578608"/>
            <a:ext cx="1828800" cy="548640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" y="2578608"/>
            <a:ext cx="18288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BODY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CONTOURING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633472" y="2578608"/>
            <a:ext cx="9235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33472" y="2578608"/>
            <a:ext cx="9235440" cy="548640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바디 카드 4종 (트리플·슈링크·슬림주사·보톡스)  ·  2열 그리드  ·  [자세히 보기 +] 아코디언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84048" y="3127248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↓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74320" y="3236976"/>
            <a:ext cx="457200" cy="548640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236976"/>
            <a:ext cx="4572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05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68096" y="3236976"/>
            <a:ext cx="1828800" cy="548640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8096" y="3236976"/>
            <a:ext cx="18288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SWEAT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&amp; ODOR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633472" y="3236976"/>
            <a:ext cx="9235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33472" y="3236976"/>
            <a:ext cx="9235440" cy="548640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독립 전문 치료 섹션 ★  ·  문제블록→비교→자가체크→리겐 차별점 3카드  ·  타 페이지에 없는 섹션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84048" y="3785616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↓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74320" y="3895344"/>
            <a:ext cx="457200" cy="548640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3895344"/>
            <a:ext cx="4572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06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68096" y="3895344"/>
            <a:ext cx="1828800" cy="548640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096" y="3895344"/>
            <a:ext cx="18288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5555"/>
                </a:solidFill>
              </a:rPr>
              <a:t>PROCESS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633472" y="3895344"/>
            <a:ext cx="9235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33472" y="3895344"/>
            <a:ext cx="9235440" cy="548640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5단계 수평 플로우  ·  상담→진단→설계→시술→관리  ·  공통 포맷 유지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84048" y="4443984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↓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74320" y="4553712"/>
            <a:ext cx="457200" cy="548640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553712"/>
            <a:ext cx="4572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07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768096" y="4553712"/>
            <a:ext cx="1828800" cy="548640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8096" y="4553712"/>
            <a:ext cx="18288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5555"/>
                </a:solidFill>
              </a:rPr>
              <a:t>추천 대상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633472" y="4553712"/>
            <a:ext cx="9235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633472" y="4553712"/>
            <a:ext cx="9235440" cy="548640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3영역 분리 표기 (얼굴형/바디/액취증)  ·  영역별 4개 체크 항목  ·  2열 그리드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84048" y="5102352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↓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274320" y="5212080"/>
            <a:ext cx="457200" cy="548640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5212080"/>
            <a:ext cx="4572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08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768096" y="5212080"/>
            <a:ext cx="1828800" cy="548640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8096" y="5212080"/>
            <a:ext cx="18288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5555"/>
                </a:solidFill>
              </a:rPr>
              <a:t>NOTICE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633472" y="5212080"/>
            <a:ext cx="9235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633472" y="5212080"/>
            <a:ext cx="9235440" cy="548640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공통 5항목 + 시술별 3종 (필러/실리프팅/액취증)  ·  금지 표현 6개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84048" y="5760720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↓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274320" y="5870448"/>
            <a:ext cx="457200" cy="548640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5870448"/>
            <a:ext cx="4572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09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68096" y="5870448"/>
            <a:ext cx="1828800" cy="548640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68096" y="5870448"/>
            <a:ext cx="18288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FINAL CTA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2633472" y="5870448"/>
            <a:ext cx="9235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633472" y="5870448"/>
            <a:ext cx="9235440" cy="548640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다크 배경 + 버튼 3종 + 영역 바로가기 3개 (얼굴형/바디/액취증) ★ CONTOURING 전용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11612880" y="6656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7 / 7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2026-05-16T16:20:33Z</dcterms:created>
  <dcterms:modified xsi:type="dcterms:W3CDTF">2026-05-16T16:20:33Z</dcterms:modified>
</cp:coreProperties>
</file>