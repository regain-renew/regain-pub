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0"/>
            <a:ext cx="9144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E1E"/>
                </a:solidFill>
              </a:rPr>
              <a:t>REGAIN CLINIC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59105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SKIN REBOOT 페이지 — 콘텐츠 와이어프레임 v3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실제 디자인 시안 기반  ·  섹션 02 고민 선택 → 섹션 03 솔루션 텍스트 연동 구조 반영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2395728"/>
            <a:ext cx="11338560" cy="0"/>
          </a:xfrm>
          <a:prstGeom prst="line">
            <a:avLst/>
          </a:prstGeom>
          <a:noFill/>
          <a:ln w="889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786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섹션 구성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980944"/>
            <a:ext cx="5577840" cy="42062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0175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3017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Hero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풀스크린 이미지 · 카피 · CTA 2개 · 우측 Floating 메뉴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3493008"/>
            <a:ext cx="5577840" cy="42062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5295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" y="35295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Skin Condition Check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35295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"지금, 당신의 피부는" · 고민 6개 아이콘 카드 선택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4005072"/>
            <a:ext cx="5577840" cy="42062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0416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6112" y="40416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Reboot Solution Matching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4041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선택된 고민 칩 표시 → 추천 솔루션 텍스트 결과 노출 ★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5760" y="4517136"/>
            <a:ext cx="5577840" cy="42062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5537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6112" y="4553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4 Solutions (카드형)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45537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4가지 솔루션 이미지 카드 · 자세히 보기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217920" y="2980944"/>
            <a:ext cx="5577840" cy="42062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30175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48272" y="3017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Skin Reboot Process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52560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6단계 수평 플로우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217920" y="3493008"/>
            <a:ext cx="5577840" cy="42062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35295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48272" y="35295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추천 대상 + Notice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52560" y="35295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좌측 체크 리스트 / 우측 Notice 2단 구성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17920" y="4005072"/>
            <a:ext cx="5577840" cy="42062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40416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07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48272" y="40416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Final CTA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052560" y="4041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다크 배경 · 버튼 3종 카드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 / 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2  —  Section 01 : Hero  +  Section 02 : Skin Condition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SKIN REBOOT PROGRAM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11612880" cy="257860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566928"/>
            <a:ext cx="5943600" cy="2578608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566928"/>
            <a:ext cx="5943600" cy="2578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모델 이미지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맑은 피부 / 수분 버블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우측 절반 배치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02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SKIN REBOOT PROGRAM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987552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1E1E"/>
                </a:solidFill>
              </a:rPr>
              <a:t>무너진 피부 컨디션을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1E1E"/>
                </a:solidFill>
              </a:rPr>
              <a:t>다시 설계하는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1E1E"/>
                </a:solidFill>
              </a:rPr>
              <a:t>리겐의 스킨 리부트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피부 장벽, 수분감, 탄력, 톤, 모공, 피부결을 종합적으로 살피고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개인의 피부 상태에 맞는 정밀한 관리 방향을 제안합니다.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340864"/>
            <a:ext cx="1463040" cy="329184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40864"/>
            <a:ext cx="14630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상담 예약하기 →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66544" y="2340864"/>
            <a:ext cx="1417320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2340864"/>
            <a:ext cx="14173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E1E"/>
                </a:solidFill>
              </a:rPr>
              <a:t>솔루션 알아보기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1704320" y="914400"/>
            <a:ext cx="731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22608" y="969264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카카오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상담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722608" y="1316736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네이버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예약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722608" y="1664208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전화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문의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722608" y="2011680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길찾기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722608" y="235915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TOP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74320" y="3182112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우측 Floating Quick Menu — 스크롤 내려도 고정 표시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74320" y="3401568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274320" y="3511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74320" y="3675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SKIN CONDITION CHECK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3730752"/>
            <a:ext cx="11612880" cy="287121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5876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지금, 당신의 피부는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어떤 신호를 보내고 있나요?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407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해당되는 고민을 선택하면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맞춤 솔루션을 추천해드립니다.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0" y="3822192"/>
            <a:ext cx="1408176" cy="1316736"/>
          </a:xfrm>
          <a:prstGeom prst="rect">
            <a:avLst/>
          </a:prstGeom>
          <a:solidFill>
            <a:srgbClr val="DDDDDD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50208" y="3895344"/>
            <a:ext cx="457200" cy="457200"/>
          </a:xfrm>
          <a:prstGeom prst="ellipse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5020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💧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66160" y="440740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건조감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47872" y="46451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푸석하고 당김이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느껴지는 피부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029200" y="3822192"/>
            <a:ext cx="1408176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04688" y="3895344"/>
            <a:ext cx="457200" cy="457200"/>
          </a:xfrm>
          <a:prstGeom prst="ellipse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468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0" y="440740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탄력 저하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02352" y="46451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피부가 처지고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탄력이 떨어지는 느낌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6583680" y="3822192"/>
            <a:ext cx="1408176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59168" y="3895344"/>
            <a:ext cx="457200" cy="457200"/>
          </a:xfrm>
          <a:prstGeom prst="ellipse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5916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🌫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75120" y="440740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칙칙한 톤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56832" y="46451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피부 톤이 칙칙하고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생기가 부족한 느낌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8138160" y="3822192"/>
            <a:ext cx="1408176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13648" y="3895344"/>
            <a:ext cx="457200" cy="457200"/>
          </a:xfrm>
          <a:prstGeom prst="ellipse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0" y="440740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모공 고민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211312" y="46451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모공이 넓어지고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피부 질감이 고르지 않음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9692640" y="3822192"/>
            <a:ext cx="1408176" cy="1316736"/>
          </a:xfrm>
          <a:prstGeom prst="rect">
            <a:avLst/>
          </a:prstGeom>
          <a:solidFill>
            <a:srgbClr val="DDDDDD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68128" y="3895344"/>
            <a:ext cx="457200" cy="457200"/>
          </a:xfrm>
          <a:prstGeom prst="ellipse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16812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~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784080" y="440740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거친 피부결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765792" y="46451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피부결이 고르지 않고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울퉁불퉁하게 느껴지는 피부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11247120" y="3822192"/>
            <a:ext cx="1408176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722608" y="3895344"/>
            <a:ext cx="457200" cy="457200"/>
          </a:xfrm>
          <a:prstGeom prst="ellipse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72260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⊡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338560" y="440740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민감함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1320272" y="46451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쉽게 자극받고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붉어지는 피부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474720" y="5212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55555"/>
                </a:solidFill>
              </a:rPr>
              <a:t>✓ 하나 이상 선택하시면 맞춤 솔루션을 확인할 수 있습니다.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474720" y="54498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선택된 고민 칩 → 03 솔루션 매칭 섹션으로 연동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474720" y="5669280"/>
            <a:ext cx="914400" cy="274320"/>
          </a:xfrm>
          <a:prstGeom prst="rect">
            <a:avLst/>
          </a:prstGeom>
          <a:solidFill>
            <a:srgbClr val="DDDDDD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0" y="5669280"/>
            <a:ext cx="9144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건조감  ✕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498848" y="5669280"/>
            <a:ext cx="1188720" cy="274320"/>
          </a:xfrm>
          <a:prstGeom prst="rect">
            <a:avLst/>
          </a:prstGeom>
          <a:solidFill>
            <a:srgbClr val="DDDDDD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98848" y="5669280"/>
            <a:ext cx="11887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거친 피부결  ✕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474720" y="5998464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선택된 카드에 강조 테두리 표시 · 카드 클릭 시 하단 칩 추가/제거 · 칩 ✕ 클릭 시 선택 해제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 / 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3  —  Section 03 : Reboot Solution Matching  (핵심 인터랙션 명세)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REBOOT SOLUTION MATCHING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섹션 02에서 선택된 고민 칩이 여기에 표시 → 추천 솔루션 텍스트가 동적으로 변경됨 (인터랙션 핵심)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11612880" cy="373075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당신의 고민에 맞는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스킨 리부트 솔루션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피부 상태에 따라 필요한 솔루션은 달라집니다.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선택한 고민에 가장 적합한 솔루션을 매칭해드립니다.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0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</a:rPr>
              <a:t>선택된 고민 (2)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31920" y="1152144"/>
            <a:ext cx="914400" cy="274320"/>
          </a:xfrm>
          <a:prstGeom prst="rect">
            <a:avLst/>
          </a:prstGeom>
          <a:solidFill>
            <a:srgbClr val="DDDDDD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152144"/>
            <a:ext cx="9144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건조감  ✕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956048" y="1152144"/>
            <a:ext cx="1188720" cy="274320"/>
          </a:xfrm>
          <a:prstGeom prst="rect">
            <a:avLst/>
          </a:prstGeom>
          <a:solidFill>
            <a:srgbClr val="DDDDDD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152144"/>
            <a:ext cx="11887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거친 피부결  ✕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931920" y="1536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</a:rPr>
              <a:t>추천 솔루션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31920" y="1773936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920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1E1E"/>
                </a:solidFill>
              </a:rPr>
              <a:t>스킨 부스터 + 스킨케어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0" y="23408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피부 속 수분감을 채우고 피부결을 매끄럽게 정돈하여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건강한 광채 피부로 가꾸어줍니다.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0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88888"/>
                </a:solidFill>
              </a:rPr>
              <a:t>* 추천 솔루션은 예시이며, 실제 상담을 통해 개인에게 적합한 프로그램을 제안합니다.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503920" y="914400"/>
            <a:ext cx="3291840" cy="3419856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914400"/>
            <a:ext cx="3291840" cy="3419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솔루션 대표 이미지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(앰플·크림 등 제품 컷)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4590288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74320" y="470001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인터랙션 상태 명세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974336"/>
            <a:ext cx="2743200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74336"/>
            <a:ext cx="2743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고민 미선택 상태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(Default)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5431536"/>
            <a:ext cx="2743200" cy="74980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5431536"/>
            <a:ext cx="2743200" cy="749808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「고민을 선택해 주세요」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안내 문구 표시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추천 솔루션 영역 비활성(회색)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18688" y="4974336"/>
            <a:ext cx="2743200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4974336"/>
            <a:ext cx="2743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고민 1개 선택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(단일 고민)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18688" y="5431536"/>
            <a:ext cx="2743200" cy="74980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18688" y="5431536"/>
            <a:ext cx="2743200" cy="749808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선택 칩 1개 표시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추천 솔루션 텍스트 1줄로 변경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이미지도 해당 솔루션으로 교체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63056" y="4974336"/>
            <a:ext cx="2743200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4974336"/>
            <a:ext cx="2743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고민 2개+ 선택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(복합 고민)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63056" y="5431536"/>
            <a:ext cx="2743200" cy="74980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3056" y="5431536"/>
            <a:ext cx="2743200" cy="749808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선택 칩 2개+ 표시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추천 솔루션 조합으로 변경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예: 스킨 부스터 + 스킨케어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107424" y="4974336"/>
            <a:ext cx="2743200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07424" y="4974336"/>
            <a:ext cx="2743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칩 ✕ 클릭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(선택 해제)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107424" y="5431536"/>
            <a:ext cx="2743200" cy="74980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07424" y="5431536"/>
            <a:ext cx="2743200" cy="749808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해당 칩 제거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추천 솔루션 실시간 업데이트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남은 선택 기준으로 재매칭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74320" y="62910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고민 → 솔루션 매핑 기준표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6547104"/>
            <a:ext cx="3200400" cy="21945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6547104"/>
            <a:ext cx="3200400" cy="2194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건조감 / 피부 장벽 약화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520440" y="654710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→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40480" y="6547104"/>
            <a:ext cx="22860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0" y="6547104"/>
            <a:ext cx="2286000" cy="2194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스킨 부스터 + 스킨케어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217920" y="6547104"/>
            <a:ext cx="3200400" cy="21945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6547104"/>
            <a:ext cx="3200400" cy="2194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탄력 저하 / 피부 밀도감 변화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464040" y="654710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→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784080" y="6547104"/>
            <a:ext cx="22860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84080" y="6547104"/>
            <a:ext cx="2286000" cy="2194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바이오 스티뮬레이터 + 스킨케어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4320" y="6821424"/>
            <a:ext cx="3200400" cy="21945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821424"/>
            <a:ext cx="3200400" cy="2194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칙칙한 톤 / 색소 / 모공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520440" y="68214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→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840480" y="6821424"/>
            <a:ext cx="22860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0" y="6821424"/>
            <a:ext cx="2286000" cy="2194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피부 레이저 + 스킨 부스터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217920" y="6821424"/>
            <a:ext cx="3200400" cy="21945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6821424"/>
            <a:ext cx="3200400" cy="2194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거친 피부결 / 표면 고민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9464040" y="68214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→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784080" y="6821424"/>
            <a:ext cx="22860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84080" y="6821424"/>
            <a:ext cx="2286000" cy="2194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피부 레이저 + 스킨케어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7095744"/>
            <a:ext cx="3200400" cy="21945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7095744"/>
            <a:ext cx="3200400" cy="2194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민감함 / 자극 반응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520440" y="709574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→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840480" y="7095744"/>
            <a:ext cx="22860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0" y="7095744"/>
            <a:ext cx="2286000" cy="2194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스킨케어 + 스킨 부스터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217920" y="7095744"/>
            <a:ext cx="3200400" cy="21945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17920" y="7095744"/>
            <a:ext cx="3200400" cy="2194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복합 고민 (2개+)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9464040" y="709574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→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784080" y="7095744"/>
            <a:ext cx="22860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784080" y="7095744"/>
            <a:ext cx="2286000" cy="2194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조합 솔루션 제안 (의료진 상담 기반)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3 / 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4  —  Section 04 : 4 Solutions  +  Section 05 : 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REGAIN SKIN REBOOT 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11612880" cy="279806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4가지 스킨 리부트 솔루션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피부 고민과 상태에 맞춰 가장 적합한 솔루션을 선택하세요.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61872"/>
            <a:ext cx="2743200" cy="100584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61872"/>
            <a:ext cx="274320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💉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솔루션 이미지 ]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66928" y="2084832"/>
            <a:ext cx="347472" cy="347472"/>
          </a:xfrm>
          <a:prstGeom prst="ellipse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4128" y="212140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스킨 부스터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4140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수분감, 광채, 피부결 케어를 통해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건강한 피부 컨디션을 끌어올립니다.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2523744" cy="27432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523744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E1E"/>
                </a:solidFill>
              </a:rPr>
              <a:t>자세히 보기 →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91840" y="1261872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261872"/>
            <a:ext cx="2743200" cy="100584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261872"/>
            <a:ext cx="274320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⬡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솔루션 이미지 ]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01568" y="2084832"/>
            <a:ext cx="347472" cy="347472"/>
          </a:xfrm>
          <a:prstGeom prst="ellipse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⬡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58768" y="212140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바이오 스티뮬레이터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24140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탄력 저하와 피부 밀도감 고려해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자연스러운 탄력 관리를 도와줍니다.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01568" y="2852928"/>
            <a:ext cx="2523744" cy="27432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2852928"/>
            <a:ext cx="2523744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E1E"/>
                </a:solidFill>
              </a:rPr>
              <a:t>자세히 보기 →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26480" y="1261872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261872"/>
            <a:ext cx="2743200" cy="100584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261872"/>
            <a:ext cx="274320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✦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솔루션 이미지 ]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236208" y="2084832"/>
            <a:ext cx="347472" cy="347472"/>
          </a:xfrm>
          <a:prstGeom prst="ellipse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✦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93408" y="212140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피부 레이저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24140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색소, 홍조, 모공, 피부결 등 고민에 따라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적합한 장비 기반 관리를 제공합니다.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36208" y="2852928"/>
            <a:ext cx="2523744" cy="27432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2852928"/>
            <a:ext cx="2523744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E1E"/>
                </a:solidFill>
              </a:rPr>
              <a:t>자세히 보기 →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961120" y="1261872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1261872"/>
            <a:ext cx="2743200" cy="100584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0" y="1261872"/>
            <a:ext cx="274320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🌿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솔루션 이미지 ]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070848" y="2084832"/>
            <a:ext cx="347472" cy="347472"/>
          </a:xfrm>
          <a:prstGeom prst="ellipse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70848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🌿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528048" y="212140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스킨케어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70848" y="24140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민감 진정, 보습, 장벽 관리로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피부 컨디션을 안정적으로 유지합니다.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070848" y="2852928"/>
            <a:ext cx="2523744" cy="27432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70848" y="2852928"/>
            <a:ext cx="2523744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E1E"/>
                </a:solidFill>
              </a:rPr>
              <a:t>자세히 보기 →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3493008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274320" y="35844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05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74320" y="3749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SKIN REBOOT PROCESS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3803904"/>
            <a:ext cx="11612880" cy="283464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913632"/>
            <a:ext cx="1161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리겐의 스킨 리부트 진행 프로세스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033272" y="4315968"/>
            <a:ext cx="457200" cy="45720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3272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30352" y="4846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피부 고민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확인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30352" y="52303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건조·탄력·톤·모공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고민 파악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57200" y="5596128"/>
            <a:ext cx="1609344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21408" y="4498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›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880360" y="4315968"/>
            <a:ext cx="457200" cy="45720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803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377440" y="4846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피부 상태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체크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377440" y="52303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타입·민감도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장벽 상태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304288" y="5596128"/>
            <a:ext cx="1609344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68496" y="4498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›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727448" y="4315968"/>
            <a:ext cx="457200" cy="45720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2744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224528" y="4846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의료진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상담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224528" y="52303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상태·목표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관리 방향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151376" y="5596128"/>
            <a:ext cx="1609344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15584" y="4498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›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574536" y="4315968"/>
            <a:ext cx="457200" cy="45720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74536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071616" y="4846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맞춤 솔루션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설계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071616" y="52303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프로그램 조합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관리 계획 수립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998464" y="5596128"/>
            <a:ext cx="1609344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62672" y="4498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›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8421624" y="4315968"/>
            <a:ext cx="457200" cy="45720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421624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918704" y="4846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프로그램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진행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918704" y="52303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적합한 관리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진행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7845552" y="5596128"/>
            <a:ext cx="1609344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509760" y="4498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›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10268712" y="4315968"/>
            <a:ext cx="457200" cy="45720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268712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9765792" y="4846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사후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관리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9765792" y="52303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주의사항·유지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관리 안내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9692640" y="5596128"/>
            <a:ext cx="1609344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4 / 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5  —  Section 06 : 추천 대상 + Notice  +  Section 07 : Final CTA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291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49377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WHO  /  NOTICE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실제 시안: 좌측 추천 대상 / 우측 Notice — 한 행에 2단으로 배치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11612880" cy="312724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530352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32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이런 분께 추천합니다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261872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61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32688" y="12801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피부가 푸석하고 생기가 부족해 보이는 분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1609344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609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32688" y="16276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건조감과 피부 장벽 약화가 고민인 분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956816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9568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32688" y="19751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피부 탄력 저하와 잔주름이 신경 쓰이는 분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2304288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3042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32688" y="232257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모공, 피부결, 칙칙한 톤을 함께 관리하고 싶은 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2651760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651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32688" y="26700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피부 타입에 맞는 맞춤형 피부 관리를 원하는 분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2999232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32688" y="30175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단일 시술보다 종합적인 피부 컨디션 관리를 원하는 분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35040" y="822960"/>
            <a:ext cx="566928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9326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스킨 리부트 프로그램 안내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12984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• 모든 프로그램은 개인의 피부 상태와 상담 결과에 따라 적합 여부가 달라질 수 있습니다.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164592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• 시술 후 붉어짐, 건조감, 일시적인 자극감 등이 나타날 수 있으며, 정확한 내용은 의료진 상담을 통해 안내됩니다.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17920" y="19933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• 시술 결과와 회복 기간은 개인에 따라 차이가 있을 수 있습니다.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17920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55555"/>
                </a:solidFill>
              </a:rPr>
              <a:t>피해야 할 표현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17920" y="2615184"/>
            <a:ext cx="1417320" cy="21945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615184"/>
            <a:ext cx="141732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피부 재생 보장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726680" y="2615184"/>
            <a:ext cx="1417320" cy="21945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2615184"/>
            <a:ext cx="141732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즉각 개선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235440" y="2615184"/>
            <a:ext cx="1417320" cy="21945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35440" y="2615184"/>
            <a:ext cx="141732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부작용 없음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217920" y="2871216"/>
            <a:ext cx="1417320" cy="21945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871216"/>
            <a:ext cx="141732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무조건 좋아짐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726680" y="2871216"/>
            <a:ext cx="1417320" cy="21945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26680" y="2871216"/>
            <a:ext cx="141732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영구 지속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235440" y="2871216"/>
            <a:ext cx="1417320" cy="21945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0" y="2871216"/>
            <a:ext cx="141732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100% 효과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74320" y="3986784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274320" y="4096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07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74320" y="426110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PRIVATE SKIN CONSULTING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4315968"/>
            <a:ext cx="11612880" cy="235915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4315968"/>
            <a:ext cx="3657600" cy="2359152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315968"/>
            <a:ext cx="3657600" cy="23591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배경 이미지 (어두운 스킨케어 공간)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023360" y="448056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PRIVATE SKIN CONSULTING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023360" y="473659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나에게 맞는 스킨 리부트 솔루션을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상담해보세요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023360" y="5321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피부 고민은 같아 보여도 원인과 필요한 관리는 다를 수 있습니다.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리겐의원은 의료진 상담을 통해 개인에게 적합한 피부 관리 방향을 안내합니다.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046720" y="4407408"/>
            <a:ext cx="118872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45354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☏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119872" y="495604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전화 상담 &amp; 예약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119872" y="528523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5555"/>
                </a:solidFill>
              </a:rPr>
              <a:t>02-1234-5678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9372600" y="4407408"/>
            <a:ext cx="118872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64040" y="45354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💬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9445752" y="495604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카카오 상담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9445752" y="528523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1:1 상담 바로가기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0698480" y="4407408"/>
            <a:ext cx="118872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789920" y="45354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📅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10771632" y="495604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온라인 상담 예약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0771632" y="528523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상담 예약하기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0835640" y="5614416"/>
            <a:ext cx="914400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835640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예약하기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 / 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6  —  전체 구조 요약  +  02↔03 인터랙션 플로우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전체 페이지 구조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676656"/>
            <a:ext cx="420624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76656"/>
            <a:ext cx="420624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676656"/>
            <a:ext cx="1828800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76656"/>
            <a:ext cx="18288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HERO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96896" y="676656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96896" y="676656"/>
            <a:ext cx="3474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모델 이미지 + 카피 + CTA 2개 + Floating 메뉴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02336" y="111556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1243584"/>
            <a:ext cx="420624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43584"/>
            <a:ext cx="420624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" y="1243584"/>
            <a:ext cx="1828800" cy="438912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243584"/>
            <a:ext cx="18288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E1E"/>
                </a:solidFill>
              </a:rPr>
              <a:t>SKIN CONDITION CHECK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96896" y="1243584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1243584"/>
            <a:ext cx="3474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"지금, 당신의 피부는" + 고민 6카드 선택 → 칩 생성 ★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2336" y="168249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4320" y="1810512"/>
            <a:ext cx="420624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810512"/>
            <a:ext cx="420624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1810512"/>
            <a:ext cx="1828800" cy="438912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1810512"/>
            <a:ext cx="18288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E1E"/>
                </a:solidFill>
              </a:rPr>
              <a:t>SOLUTION MATCHING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96896" y="1810512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96896" y="1810512"/>
            <a:ext cx="3474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선택 칩 표시 + 추천 솔루션 텍스트 동적 변경 ★ (02↔03 연동)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02336" y="224942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4320" y="2377440"/>
            <a:ext cx="420624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377440"/>
            <a:ext cx="420624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1520" y="2377440"/>
            <a:ext cx="1828800" cy="43891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2377440"/>
            <a:ext cx="18288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5555"/>
                </a:solidFill>
              </a:rPr>
              <a:t>4 SOLUTIONS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96896" y="237744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96896" y="2377440"/>
            <a:ext cx="3474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4개 솔루션 이미지 카드 + 자세히 보기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02336" y="281635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74320" y="2944368"/>
            <a:ext cx="420624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944368"/>
            <a:ext cx="420624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1520" y="2944368"/>
            <a:ext cx="1828800" cy="43891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2944368"/>
            <a:ext cx="18288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5555"/>
                </a:solidFill>
              </a:rPr>
              <a:t>PROCESS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96896" y="2944368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96896" y="2944368"/>
            <a:ext cx="3474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6단계 수평 플로우 (아이콘+단계명+설명)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02336" y="338328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3511296"/>
            <a:ext cx="420624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511296"/>
            <a:ext cx="420624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31520" y="3511296"/>
            <a:ext cx="1828800" cy="43891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511296"/>
            <a:ext cx="18288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5555"/>
                </a:solidFill>
              </a:rPr>
              <a:t>추천 대상 + NOTICE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96896" y="3511296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96896" y="3511296"/>
            <a:ext cx="3474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좌: 6개 체크 리스트 / 우: 프로그램 안내 + 금지 표현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02336" y="395020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74320" y="4078224"/>
            <a:ext cx="420624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078224"/>
            <a:ext cx="420624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07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31520" y="4078224"/>
            <a:ext cx="1828800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4078224"/>
            <a:ext cx="18288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FINAL CTA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96896" y="4078224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96896" y="4078224"/>
            <a:ext cx="34747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다크 배경 + 버튼 카드 3종 (전화/카카오/예약)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40080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Section 02 ↔ 03  인터랙션 플로우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0" y="676656"/>
            <a:ext cx="2194560" cy="65836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676656"/>
            <a:ext cx="219456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① 섹션 02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고민 카드 클릭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741664" y="676656"/>
            <a:ext cx="3200400" cy="6583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41664" y="676656"/>
            <a:ext cx="320040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카드 강조 테두리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하단에 선택 칩 생성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(복수 선택 가능)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516368" y="13350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↓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00800" y="1554480"/>
            <a:ext cx="5541264" cy="0"/>
          </a:xfrm>
          <a:prstGeom prst="line">
            <a:avLst/>
          </a:prstGeom>
          <a:noFill/>
          <a:ln w="5080">
            <a:solidFill>
              <a:srgbClr val="AAAAAA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9436608" y="13350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↓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00800" y="2121408"/>
            <a:ext cx="2194560" cy="65836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2121408"/>
            <a:ext cx="219456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② 칩 생성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→ 섹션 03 연동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741664" y="2121408"/>
            <a:ext cx="3200400" cy="6583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41664" y="2121408"/>
            <a:ext cx="320040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섹션 03 추천 솔루션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영역이 실시간 업데이트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텍스트 + 이미지 변경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516368" y="277977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↓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400800" y="2999232"/>
            <a:ext cx="5541264" cy="0"/>
          </a:xfrm>
          <a:prstGeom prst="line">
            <a:avLst/>
          </a:prstGeom>
          <a:noFill/>
          <a:ln w="5080">
            <a:solidFill>
              <a:srgbClr val="AAAAAA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9436608" y="277977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↓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400800" y="3566160"/>
            <a:ext cx="2194560" cy="65836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0" y="3566160"/>
            <a:ext cx="219456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③ 솔루션 결과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텍스트 표시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741664" y="3566160"/>
            <a:ext cx="3200400" cy="6583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41664" y="3566160"/>
            <a:ext cx="320040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"스킨 부스터 + 스킨케어"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형태로 굵게 텍스트 표시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설명 문구 함께 노출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516368" y="42245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↓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400800" y="4443984"/>
            <a:ext cx="5541264" cy="0"/>
          </a:xfrm>
          <a:prstGeom prst="line">
            <a:avLst/>
          </a:prstGeom>
          <a:noFill/>
          <a:ln w="5080">
            <a:solidFill>
              <a:srgbClr val="AAAAAA"/>
            </a:solidFill>
            <a:prstDash val="dash"/>
          </a:ln>
        </p:spPr>
      </p:sp>
      <p:sp>
        <p:nvSpPr>
          <p:cNvPr id="73" name="Text 71"/>
          <p:cNvSpPr/>
          <p:nvPr/>
        </p:nvSpPr>
        <p:spPr>
          <a:xfrm>
            <a:off x="9436608" y="42245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↓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400800" y="5010912"/>
            <a:ext cx="2194560" cy="65836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0" y="5010912"/>
            <a:ext cx="219456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④ 칩 ✕ 클릭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선택 해제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741664" y="5010912"/>
            <a:ext cx="3200400" cy="6583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741664" y="5010912"/>
            <a:ext cx="320040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칩 제거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추천 솔루션 재계산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카드 강조도 해제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400800" y="6400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</a:rPr>
              <a:t>고민 → 솔루션 매핑 기준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400800" y="665683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건조감 / 거친 피부결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400800" y="665683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탄력 저하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400800" y="665683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칙칙한 톤 / 모공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6400800" y="665683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민감함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6 / 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2026-05-14T05:41:27Z</dcterms:created>
  <dcterms:modified xsi:type="dcterms:W3CDTF">2026-05-14T05:41:27Z</dcterms:modified>
</cp:coreProperties>
</file>