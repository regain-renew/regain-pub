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E1E"/>
                </a:solidFill>
              </a:rPr>
              <a:t>REGAIN CLINIC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57276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ANTI-AGING 페이지 — 콘텐츠 와이어프레임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993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리프팅 타입 선택형  ·  장비 리프팅 + 실리프팅 구조  ·  Content Wireframe v1.0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11338560" cy="0"/>
          </a:xfrm>
          <a:prstGeom prst="line">
            <a:avLst/>
          </a:prstGeom>
          <a:noFill/>
          <a:ln w="889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세 페이지 성격 구분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889504"/>
            <a:ext cx="1133856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SIGNATURE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296265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프로그램 탭형  ·  재생의학 철학/대표 프로그램 소개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364992"/>
            <a:ext cx="1133856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SKIN REBOOT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343814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피부 고민 선택형  ·  고민 선택 → 솔루션 매칭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11338560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ANTI-AGING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391363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리프팅 타입 선택형  ·  장비 리프팅 + 실리프팅 구조 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096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섹션 구성 (10개)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407408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43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4443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Hero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44531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리프팅 클리닉 카피 · CTA 2개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4828032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64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" y="4864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Lifting Guide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06040" y="4873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탄력→써마지 / 라인→슈링크 / 컨디션→LDM  3카드 진단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5248656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285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" y="5285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Device Lifting Solutions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52943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써마지·슈링크·LDM 3카드 요약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5669280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7058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" y="5705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Solution Detail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0604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슈링크 / 써마지 / LDM 각 상세 섹션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6089904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126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2960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Thread Lifting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606040" y="6135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실리프팅 소개 + 같은 얼굴은 없습니다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17920" y="4407408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443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75120" y="4443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Thread Types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458200" y="44531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민트·실루엣·테스 3종 카드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17920" y="4828032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864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75120" y="4864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Lifting Know-how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458200" y="4873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1:1맞춤설계 / 자연스러운 리프팅 / 복합 설계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17920" y="5248656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5285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08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75120" y="5285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추천 대상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458200" y="52943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6개 체크 항목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17920" y="5669280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57058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675120" y="5705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Notice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45820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시술 후 주의사항 + 금지 표현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17920" y="6089904"/>
            <a:ext cx="557784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6126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10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675120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Final CTA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458200" y="6135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상담 버튼 3종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 / 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2  —  01 Hero  +  02 Lifting Guide  +  03 Device Lifting Solutions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LIFTING CLINIC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11887200" cy="190195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11887200" cy="19019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배경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리프팅 시술 / 프리미엄 클리닉 공간 / 모델 측면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694944"/>
            <a:ext cx="5303520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229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LIFTING CLINIC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02412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단순히 당기는 것이 아닌,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구조를 복원하는 리프팅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#써마지 #슈링크 #LDM #리프팅레이저 #구조설계 #복합리프팅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137160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10512"/>
            <a:ext cx="13716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상담 예약하기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39696" y="1810512"/>
            <a:ext cx="1737360" cy="292608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1810512"/>
            <a:ext cx="17373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나에게 맞는 리프팅 찾기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578608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74320" y="2670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28346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LIFTING GUIDE  —  어떤 리프팅이 나에게 맞을까요?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4320" y="287121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Skin Reboot의 고민 선택 UI와 겹치지 않게 → 3개 진단 카드 방식 (선택 인터랙션 없음, 가이드 카드)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74320" y="3054096"/>
            <a:ext cx="1188720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45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어떤 리프팅이 나에게 맞을까요?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3657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21024"/>
            <a:ext cx="1188720" cy="76809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21024"/>
            <a:ext cx="118872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피부 탄력이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문제라면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47088" y="39136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12848" y="3621024"/>
            <a:ext cx="1719072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써마지 FLX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12848" y="40690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진피층 고주파 타이트닝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97680" y="3511296"/>
            <a:ext cx="3657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621024"/>
            <a:ext cx="1188720" cy="76809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621024"/>
            <a:ext cx="118872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라인이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무너졌다면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87568" y="39136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53328" y="3621024"/>
            <a:ext cx="1719072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슈링크 유니버스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53328" y="40690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SMAS 근막층 초음파 리프팅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138160" y="3511296"/>
            <a:ext cx="3657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621024"/>
            <a:ext cx="1188720" cy="76809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621024"/>
            <a:ext cx="118872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피부 컨디션이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흔들린다면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528048" y="39136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93808" y="3621024"/>
            <a:ext cx="1719072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93808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LDM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893808" y="40690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물방울 재생 리프팅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4700016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27432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DEVICE LIFTING SOLUTIONS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4974336"/>
            <a:ext cx="11887200" cy="16642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5065776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피부층과 고민에 맞춰 선택하는 리겐의 리프팅 솔루션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5376672"/>
            <a:ext cx="36576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5468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32688" y="5468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써마지 FLX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6928" y="5760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진피층 고주파 타이트닝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66928" y="5998464"/>
            <a:ext cx="3429000" cy="25603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5998464"/>
            <a:ext cx="34290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잔주름 / 피부 밀도 / 탄력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66928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자세히 보기 →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325112" y="5376672"/>
            <a:ext cx="36576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34840" y="5468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00600" y="5468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슈링크 유니버스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434840" y="5760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SMAS 근막층 초음파 리프팅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434840" y="5998464"/>
            <a:ext cx="3429000" cy="25603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4840" y="5998464"/>
            <a:ext cx="34290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이중턱 / 윤곽 / V라인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43484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자세히 보기 →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193024" y="5376672"/>
            <a:ext cx="36576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02752" y="5468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03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668512" y="5468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LDM 초음파 리프팅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302752" y="5760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물방울 재생 리프팅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302752" y="5998464"/>
            <a:ext cx="3429000" cy="25603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02752" y="5998464"/>
            <a:ext cx="34290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수분 / 장벽 / 피부 컨디션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302752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자세히 보기 →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 / 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3  —  04 Solution Detail : 슈링크 유니버스  /  써마지 FLX  /  LDM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2918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각 솔루션은 좌우 교차 레이아웃 (이미지 좌↔우 번갈아 배치) · 요약 정보표 + 시술 원리 포함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04-1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슈링크 유니버스  /  HIFU 초음파 리프팅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11887200" cy="16642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4023360" cy="1664208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023360" cy="1664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슈링크 유니버스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시술 장면 / 초음파 이미지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0" y="80467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슈링크 유니버스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1704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처진 윤곽을 빈틈없이 끌어올리는 2세대 초음파 리프팅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1444752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시술시간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30~40분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27648" y="1444752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마취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크림마취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83296" y="1444752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회복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838944" y="1444752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38944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효과발현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2주 후 점진적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208483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원리: 고강도 집속 초음파(HIFU)를 SMAS 근막층에 전달·열 응고점 형성·조직 수축 유도 / Dot+Line 모드 병행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2505456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74320" y="25968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04-2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" y="2761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써마지 FLX  /  프리미엄 고주파 리프팅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798064"/>
            <a:ext cx="11887200" cy="16642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798064"/>
            <a:ext cx="4023360" cy="1664208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798064"/>
            <a:ext cx="4023360" cy="1664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써마지 FLX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핸드피스 / 시술 장면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28712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써마지 FLX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23697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진피층부터 촘촘하게 차오르는 타이트닝, 피부 코어를 조여주는 하이엔드 리프팅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511296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11296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시술시간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40~60분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12848" y="3511296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12848" y="3511296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마취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연고/수면마취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68496" y="3511296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68496" y="3511296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효과발현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1~3개월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24144" y="3511296"/>
            <a:ext cx="160934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24144" y="3511296"/>
            <a:ext cx="1609344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유지기간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약 1년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15137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원리: 고주파(RF) 열에너지를 진피층에 전달 → 피부 탄력·밀도감 타이트닝 / 초음파가 '당기는' 방식이라면 써마지는 '조여주는' 방식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74320" y="46634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04-3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432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LDM 초음파 리프팅  /  물방울 재생 리프팅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4864608"/>
            <a:ext cx="11887200" cy="17922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864608"/>
            <a:ext cx="4023360" cy="179222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64608"/>
            <a:ext cx="4023360" cy="17922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LDM 핸드피스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물방울 / 수분 이미지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0" y="493776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LDM 초음파 리프팅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72000" y="530352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자극 없이 피부 속 수분을 끌어올려 장벽을 회복하는 베이스 리프팅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5577840"/>
            <a:ext cx="2176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5577840"/>
            <a:ext cx="21762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시술시간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12/24분 선택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03720" y="5577840"/>
            <a:ext cx="2176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5577840"/>
            <a:ext cx="21762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마취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없음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235440" y="5577840"/>
            <a:ext cx="2176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5577840"/>
            <a:ext cx="21762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회복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0" y="62179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원리: 고밀도 초음파 교차 조사 → 피부 내 수분 환경·장벽 컨디션 관리 / 리프팅 전 베이스 관리로 활용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0" y="6492240"/>
            <a:ext cx="7132320" cy="274320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6492240"/>
            <a:ext cx="7132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1E1E"/>
                </a:solidFill>
              </a:rPr>
              <a:t>" 리프팅 전, 피부 컨디션을 먼저 끌어올리는 시술 "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3 / 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4  —  05 Thread Lifting  +  06 Thread Types  +  07 Lifting Know-how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THREAD LIFTING  —  실리프팅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11887200" cy="192024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548640"/>
            <a:ext cx="4114800" cy="192024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548640"/>
            <a:ext cx="4114800" cy="1920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실리프팅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시술 장면 / 실 구조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THREAD LIFTING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8595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실리프팅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내 얼굴형에 꼭 맞춘 완벽한 텐션,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1줄의 차이가 완성하는 디테일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시술 시간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30~60분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40864" y="182880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0864" y="182880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마취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국소/수면마취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24528" y="182880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182880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회복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일상생활 가능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개인차 있음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08192" y="182880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82880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유지기간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6개월~1년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개인차 있음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7589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78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"같은 얼굴은 없습니다"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7121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실리프팅은 같은 실을 사용하는 시술이 아니라 얼굴의 상태에 따라 설계가 달라지는 시술입니다.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리겐은 처짐의 방향·깊이, 피부 두께, 지방층 위치, 볼륨 분포, 얼굴선 균형을 분석 후 실의 종류와 삽입 방향을 설계합니다.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74320" y="36576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74320" y="38221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THREAD TYPES  —  민트 리프트  /  실루엣 소프트  /  테스리프트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858768"/>
            <a:ext cx="11887200" cy="12070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68496"/>
            <a:ext cx="3657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68496"/>
            <a:ext cx="1188720" cy="98755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68496"/>
            <a:ext cx="1188720" cy="9875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실 이미지 / 패키지 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755648" y="4114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민트 리프트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755648" y="44074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양방향 콘 실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고정력과 리프팅력이 강함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25112" y="3968496"/>
            <a:ext cx="3657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5112" y="3968496"/>
            <a:ext cx="1188720" cy="98755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3968496"/>
            <a:ext cx="1188720" cy="9875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실 이미지 / 패키지 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623560" y="4114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실루엣 소프트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23560" y="44074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콘 구조 흡수성 실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자연스러운 리프팅 + 콜라겐 재생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193024" y="3968496"/>
            <a:ext cx="3657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3968496"/>
            <a:ext cx="1188720" cy="98755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93024" y="3968496"/>
            <a:ext cx="1188720" cy="9875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실 이미지 / 패키지 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491472" y="4114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테스리프트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491472" y="44074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특수 구조 실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면적 리프팅 + 세밀한 위치 조정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5157216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274320" y="5248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07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74320" y="5413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REGAIN LIFTING KNOW-HOW  —  리겐 실리프팅 노하우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5449824"/>
            <a:ext cx="1188720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5522976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리겐 실리프팅 노하우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5852160"/>
            <a:ext cx="3657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59436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1.  1:1 맞춤 설계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" y="61813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실의 종류를 먼저 선택하지 않습니다. 처짐 방향, 피부 두께, 볼륨 분포 분석 후 개인별 얼굴 구조에 맞춰 리프팅 설계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325112" y="5852160"/>
            <a:ext cx="3657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59436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2.  자연스러운 리프팅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434840" y="61813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과하게 당기는 방식이 아닌 필요한 부위에 필요한 만큼만 적용하여 부자연스럽지 않은 인상 변화 지향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193024" y="5852160"/>
            <a:ext cx="3657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02752" y="59436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3.  복합 안티에이징 설계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02752" y="61813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실리프팅을 단독이 아닌 레이저·스킨부스터 등과 함께 설계하여 얼굴 전체의 균형과 완성도 고려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4 / 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5  —  08 추천 대상  +  09 Notice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RECOMMENDED  —  이런 분께 추천합니다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11887200" cy="299923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이런 분께 추천합니다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5623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79576"/>
            <a:ext cx="256032" cy="256032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79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14400" y="11978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볼 처짐과 이중턱으로 얼굴선 정리가 필요한 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63640" y="1042416"/>
            <a:ext cx="5623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179576"/>
            <a:ext cx="256032" cy="256032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179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20840" y="11978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턱선이 흐려지고 얼굴 라인이 무너진 느낌이 드는 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00784"/>
            <a:ext cx="5623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37944"/>
            <a:ext cx="256032" cy="256032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18562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잔주름, 모공, 피부결, 탄력 저하가 함께 고민인 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1700784"/>
            <a:ext cx="5623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837944"/>
            <a:ext cx="256032" cy="256032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720840" y="18562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수술이나 절개 없이 리프팅 관리를 원하는 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359152"/>
            <a:ext cx="5623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496312"/>
            <a:ext cx="256032" cy="256032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14400" y="25146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피부가 얇거나 예민해 리프팅 선택이 고민되는 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2359152"/>
            <a:ext cx="5623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2496312"/>
            <a:ext cx="256032" cy="256032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20840" y="25146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자연스럽고 정돈된 인상 변화를 원하는 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694176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74320" y="37856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09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4320" y="39502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NOTICE  —  안티에이징 프로그램 안내 (의료광고 필수)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3986784"/>
            <a:ext cx="11887200" cy="267004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114800"/>
            <a:ext cx="667512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22452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안티에이징 프로그램 안내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453542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시술 후 일시적인 붓기, 멍, 당김, 열감, 건조감 등이 나타날 수 있으며 대부분 시간이 지나며 완화됩니다.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0080" y="488289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시술 부위를 강하게 문지르거나 압박하는 행동은 피하는 것이 좋습니다.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80" y="523036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시술 후 일정 기간 사우나, 찜질방, 격한 운동, 음주 및 흡연은 피하는 것이 권장됩니다.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0080" y="55778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개인의 피부 상태, 처짐 정도, 시술 부위에 따라 시술 가능 여부와 회복 기간은 달라질 수 있습니다.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0080" y="592531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정확한 내용은 의료진 상담을 통해 안내됩니다.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23760" y="4114800"/>
            <a:ext cx="475488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42245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55555"/>
                </a:solidFill>
              </a:rPr>
              <a:t>⚠  피해야 할 표현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06640" y="4590288"/>
            <a:ext cx="205740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4590288"/>
            <a:ext cx="2057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주름 제거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601200" y="4590288"/>
            <a:ext cx="205740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4590288"/>
            <a:ext cx="2057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즉각 효과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406640" y="4882896"/>
            <a:ext cx="205740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4882896"/>
            <a:ext cx="2057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100% 리프팅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601200" y="4882896"/>
            <a:ext cx="205740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0" y="4882896"/>
            <a:ext cx="2057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부작용 없음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406640" y="5175504"/>
            <a:ext cx="205740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5175504"/>
            <a:ext cx="2057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영구 지속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9601200" y="5175504"/>
            <a:ext cx="205740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0" y="5175504"/>
            <a:ext cx="2057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절개 없이 수술 효과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406640" y="5468112"/>
            <a:ext cx="205740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06640" y="5468112"/>
            <a:ext cx="2057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완전 복원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 / 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6  —  10 Final CTA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PRIVATE LIFTING CONSULTING  —  Final CTA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다크 배경 + 좌측 카피 + 우측 버튼 카드 3종 (전화/카카오/온라인) · Skin Reboot CTA와 동일 구조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1887200" cy="517550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029200" cy="517550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5029200" cy="5175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배경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(프리미엄 리프팅 클리닉 공간)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577840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PRIVATE LIFTING CONSULTING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31673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나에게 맞는 리프팅 솔루션을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상담해보세요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19751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리프팅 고민은 피부 상태와 얼굴 구조에 따라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필요한 방식이 다릅니다.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리겐의원은 의료진 상담을 통해 개인에게 적합한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리프팅 방향을 안내합니다.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77840" y="2816352"/>
            <a:ext cx="199339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98094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35295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전화 상담 &amp; 예약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387705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</a:rPr>
              <a:t>02-1234-5678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17536" y="2816352"/>
            <a:ext cx="199339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08976" y="298094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08976" y="35295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카카오 상담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08976" y="387705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1:1 상담 바로가기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57232" y="2816352"/>
            <a:ext cx="199339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8672" y="298094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48672" y="35295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온라인 상담 예약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48672" y="387705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상담 예약하기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76688" y="4279392"/>
            <a:ext cx="155448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76688" y="4279392"/>
            <a:ext cx="1554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예약하기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0" y="486460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리프팅 타입 바로가기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51389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써마지 FLX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14032" y="51389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슈링크 유니버스 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650224" y="51389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0224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LDM →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186416" y="51389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86416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실리프팅 →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607161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리프팅 타입 바로가기 4개는 ANTI-AGING 전용 — Skin Reboot / Signature CTA에는 없는 요소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6 / 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7  —  ANTI-AGING 전체 구조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2918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10개 섹션 스크롤 플로우  ·  각 섹션 역할 + Skin Reboot / Signature 대비 차별 포인트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85216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86384" y="585216"/>
            <a:ext cx="1920240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585216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HERO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585216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585216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리프팅 클리닉 카피 · CTA 2개 (상담/리프팅 찾기)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98755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97280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86384" y="1097280"/>
            <a:ext cx="1920240" cy="40233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1097280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LIFTING GUIDE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1097280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097280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3카드 진단 (탄력→써마지 / 라인→슈링크 / 컨디션→LDM)  ★ 타입 선택 가이드형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14996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1609344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09344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86384" y="1609344"/>
            <a:ext cx="1920240" cy="40233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1609344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DEVICE CARDS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0" y="1609344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609344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써마지·슈링크·LDM 3카드 요약 + 자세히 보기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" y="201168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121408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21408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04-1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86384" y="2121408"/>
            <a:ext cx="192024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121408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슈링크 유니버스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0" y="2121408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121408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이미지 + 요약 정보 4칸 + 시술 원리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4048" y="252374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2633472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633472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04-2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86384" y="2633472"/>
            <a:ext cx="192024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2633472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써마지 FLX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0" y="2633472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2633472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이미지 교차 배치 + 요약 정보 4칸 + 시술 원리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4048" y="3035808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145536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145536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04-3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86384" y="3145536"/>
            <a:ext cx="192024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3145536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LDM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0" y="3145536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3145536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이미지 + 요약 3칸 + 원리 + 의료진 코멘트 박스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4048" y="354787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3657600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657600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86384" y="3657600"/>
            <a:ext cx="1920240" cy="40233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THREAD LIFTING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0" y="3657600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0" y="3657600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실리프팅 소개 + "같은 얼굴은 없습니다" + 요약 정보 4칸  ★ ANTI-AGING 전용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84048" y="405993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4169664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169664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06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86384" y="4169664"/>
            <a:ext cx="192024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" y="4169664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THREAD TYPES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0" y="4169664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4169664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민트·실루엣·테스 3종 카드 (실 이미지 + 설명)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84048" y="457200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4681728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681728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07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86384" y="4681728"/>
            <a:ext cx="192024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" y="4681728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KNOW-HOW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43200" y="4681728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0" y="4681728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1:1맞춤설계 / 자연스러운 리프팅 / 복합 안티에이징 설계 3박스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84048" y="50840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74320" y="5193792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5193792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08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86384" y="5193792"/>
            <a:ext cx="192024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5193792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추천 대상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743200" y="5193792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0" y="5193792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6개 체크 그리드 (얼굴선·리프팅·예민 피부 중심)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84048" y="5596128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74320" y="5705856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5705856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09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86384" y="5705856"/>
            <a:ext cx="1920240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6384" y="5705856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NOTICE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0" y="5705856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0" y="5705856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좌: 시술 후 주의사항 5항목 / 우: 금지 표현 7개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610819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74320" y="6217920"/>
            <a:ext cx="475488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6217920"/>
            <a:ext cx="47548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86384" y="6217920"/>
            <a:ext cx="1920240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6384" y="6217920"/>
            <a:ext cx="19202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CTA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743200" y="6217920"/>
            <a:ext cx="9125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0" y="6217920"/>
            <a:ext cx="9125712" cy="402336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다크 배경 + 버튼 3종 + 리프팅 타입 바로가기 4개  ★ ANTI-AGING 전용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7 / 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2026-05-15T07:31:28Z</dcterms:created>
  <dcterms:modified xsi:type="dcterms:W3CDTF">2026-05-15T07:31:28Z</dcterms:modified>
</cp:coreProperties>
</file>