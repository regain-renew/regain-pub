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188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E"/>
                </a:solidFill>
              </a:rPr>
              <a:t>REGAIN CLINIC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18288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SIGNATURE 페이지 — 콘텐츠 와이어프레임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22677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GNB &gt; SIGNATURE 상세 페이지  ·  Content Wireframe v1.0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2651760"/>
            <a:ext cx="11338560" cy="0"/>
          </a:xfrm>
          <a:prstGeom prst="line">
            <a:avLst/>
          </a:prstGeom>
          <a:noFill/>
          <a:ln w="889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834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섹션 구성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3218688"/>
            <a:ext cx="539496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18688"/>
            <a:ext cx="53949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01  Signature Hero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3712464"/>
            <a:ext cx="539496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12464"/>
            <a:ext cx="53949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02  Signature Concept (핵심 개념 4카드)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4206240"/>
            <a:ext cx="539496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206240"/>
            <a:ext cx="53949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03  Program 01 — 전신의학 기반 정밀 재생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4700016"/>
            <a:ext cx="539496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700016"/>
            <a:ext cx="53949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04  Program 02 — 부위별 맞춤 줄기세포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5193792"/>
            <a:ext cx="539496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193792"/>
            <a:ext cx="53949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05  Program 03 — 두피·모발 재생 클리닉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3218688"/>
            <a:ext cx="539496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218688"/>
            <a:ext cx="53949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06  Signature Process (6단계 플로우)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3712464"/>
            <a:ext cx="539496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712464"/>
            <a:ext cx="53949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07  추천 대상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4206240"/>
            <a:ext cx="539496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206240"/>
            <a:ext cx="53949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08  Notice (주의사항 / 개인차 안내)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4700016"/>
            <a:ext cx="539496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4700016"/>
            <a:ext cx="53949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09  Final CTA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 / 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2  —  Signature Hero  +  Signature Concept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74320" y="420624"/>
            <a:ext cx="34747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20624"/>
            <a:ext cx="34747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13232" y="4389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SIGNATURE HERO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풀스크린 이미지 + 텍스트 오버레이 + CTA 2개  ·  프리미엄 진료 공간 / 세포 그래픽 / 라벤더 배경 중 택1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1887200" cy="278892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11887200" cy="2788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배경 이미지 (풀스크린)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프리미엄 진료 공간 또는 라벤더 추상 배경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0" y="1078992"/>
            <a:ext cx="667512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2070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SIGNATURE PROGRAM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14630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1E1E"/>
                </a:solidFill>
              </a:rPr>
              <a:t>회복의 흐름을 설계하는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1E1E"/>
                </a:solidFill>
              </a:rPr>
              <a:t>리겐의 시그니처 재생 프로그램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208483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피부, 두피, 관절, 노화 신호를 개별 증상이 아닌 하나의 컨디션 흐름으로 바라보고,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개인에게 맞는 정밀한 재생 관리를 제안합니다.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2606040"/>
            <a:ext cx="1554480" cy="34747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상담 예약하기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2606040"/>
            <a:ext cx="1463040" cy="347472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606040"/>
            <a:ext cx="1463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프로그램 보기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374904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이미지 방향: 프리미엄 진료 공간 / 세포·분자 그래픽 / 깨끗한 피부 모델 / 라벤더 계열 추상 배경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74320" y="4005072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74320" y="4114800"/>
            <a:ext cx="34747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114800"/>
            <a:ext cx="34747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41330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SIGNATURE CONCEPT  —  단일 시술이 아닌, 회복 설계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407408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4개 핵심 포인트 카드  ·  섹션 타이틀 + 본문 + 카드 그리드 구성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74320" y="4626864"/>
            <a:ext cx="1188720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REGAIN SIGNATURE CONCEPT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단일 시술이 아닌, 회복 설계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526694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리겐의 시그니처 프로그램은 단순히 하나의 시술을 권하는 방식이 아닙니다.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개인의 피부 상태, 두피 환경, 노화 신호, 생활 습관, 회복 속도까지 함께 살피고 의료진 상담을 통해 적합한 관리 방향을 설계합니다.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5687568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779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정밀 진단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6035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개인의 상태를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세심하게 확인합니다.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355848" y="5687568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5779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맞춤 설계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38728" y="6035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필요한 관리만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과하지 않게 제안합니다.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54496" y="5687568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5779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회복 중심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37376" y="6035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컨디션 흐름을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함께 봅니다.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153144" y="5687568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36024" y="5779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지속 관리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336024" y="6035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시술 이후 변화와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유지 관리까지 고려합니다.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 / 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3  —  Program 01 : 전신의학 기반 정밀 재생  +  Program 02 : 부위별 맞춤 줄기세포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74320" y="420624"/>
            <a:ext cx="34747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20624"/>
            <a:ext cx="34747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13232" y="4389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전신의학 기반 정밀 재생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좌측 이미지 + 우측 텍스트 레이아웃  ·  한 줄 설명 + 상세 설명 + 3개 콘텐츠 카드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1887200" cy="248716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24128"/>
            <a:ext cx="4114800" cy="2267712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4114800" cy="22677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상담 장면 / 진단 장비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프라이빗 진료실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0" y="10515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10515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전신의학 기반 정밀 재생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피부와 몸의 변화를 따로 보지 않고, 전체 컨디션의 흐름 속에서 회복 방향을 설계합니다.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0" y="16642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피부 탄력 저하, 피로감, 회복 속도 저하, 노화 신호는 단순히 피부 표면의 문제만으로 나타나지 않을 수 있습니다.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리겐의 전신의학 기반 정밀 재생 프로그램은 개인의 전반적인 컨디션과 회복 흐름을 함께 고려하여 필요한 관리 방향을 제안합니다.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21762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3042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컨디션 체크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19472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개인의 피부·두피·생활 패턴을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함께 확인합니다.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086600" y="2194560"/>
            <a:ext cx="21762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1192" y="23042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정밀 상담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51192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의료진 상담을 통해 적합한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관리 방향을 설정합니다.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418320" y="2194560"/>
            <a:ext cx="21762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23042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회복 플랜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582912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지속 가능한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관리 흐름을 설계합니다.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3547872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74320" y="3639312"/>
            <a:ext cx="34747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639312"/>
            <a:ext cx="34747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6576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부위별 맞춤 줄기세포 프로그램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931920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우측 이미지 + 좌측 텍스트  ·  의료광고 주의: 효과 보장 표현 금지, 상담 기반 표현 사용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" y="4133088"/>
            <a:ext cx="11887200" cy="251460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251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</a:rPr>
              <a:t>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" y="4251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부위별 맞춤 줄기세포 프로그램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57200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피부, 두피, 관절 등 관심 부위와 상태에 따라 맞춤형 관리 방향을 상담합니다.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484632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리겐은 관심 부위와 개인의 컨디션을 함께 살피고, 의료진 상담을 통해 적합한 재생 관리 방향을 안내합니다.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피부 탄력, 두피 환경, 관절 컨디션 등 각 부위별 고민에 맞춰 세심한 상담과 관리 계획을 제공합니다.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11480" y="5340096"/>
            <a:ext cx="1600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422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피부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70432" y="540410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탄력, 건조감, 노화 신호를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고려한 관리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167128" y="5340096"/>
            <a:ext cx="1600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22576" y="5422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두피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926080" y="540410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두피 환경과 모발 컨디션을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고려한 관리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1480" y="5998464"/>
            <a:ext cx="1600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080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관절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70432" y="6062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관절과 움직임의 컨디션을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고려한 관리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167128" y="5998464"/>
            <a:ext cx="1600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22576" y="6080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바디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926080" y="6062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전반적인 컨디션과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회복 흐름을 고려한 관리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680960" y="4251960"/>
            <a:ext cx="4297680" cy="228600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4251960"/>
            <a:ext cx="429768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피부 모델 / 두피 케어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관절 / 세포 그래픽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3 / 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4  —  Program 03 : 두피·모발 재생 클리닉  +  Signature Process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74320" y="420624"/>
            <a:ext cx="34747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20624"/>
            <a:ext cx="34747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13232" y="4389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두피·모발 재생 클리닉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좌측 텍스트 + 우측 이미지  ·  표현 주의: 탈모 완치·모발 재생 보장 금지 → 두피 환경·컨디션·맞춤 관리 표현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1887200" cy="242316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241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1024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두피·모발 재생 클리닉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33502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두피 환경과 모발 컨디션을 함께 살피고, 개인에게 맞는 관리 방향을 제안합니다.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62763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두피와 모발의 변화는 생활 습관, 스트레스, 피부 상태, 개인의 컨디션과 함께 나타날 수 있습니다.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리겐은 두피 환경과 모발 상태를 세심하게 확인하고, 의료진 상담을 통해 적합한 관리 계획을 안내합니다.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2103120"/>
            <a:ext cx="21762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두피 환경 체크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468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두피 상태와 민감도,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건조감 등을 확인합니다.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0" y="2103120"/>
            <a:ext cx="21762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98648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모발 컨디션 상담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98648" y="2468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모발 밀도와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변화 양상을 상담합니다.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74920" y="2103120"/>
            <a:ext cx="21762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맞춤 관리 계획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24688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개인 상태에 따라 적합한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관리 방향을 제안합니다.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680960" y="1024128"/>
            <a:ext cx="4297680" cy="2212848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024128"/>
            <a:ext cx="4297680" cy="22128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두피 케어 / 머릿결 모델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스킨·두피 클리닉 공간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3456432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74320" y="3566160"/>
            <a:ext cx="34747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66160"/>
            <a:ext cx="34747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584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SIGNATURE PROCESS  —  리겐 시그니처 상담 프로세스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858768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6단계 수평 플로우  ·  번호 + 단계명 + 설명  ·  화살표 연결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11887200" cy="257860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69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SIGNATURE PROCESS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4622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리겐 시그니처 상담 프로세스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736592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" y="4828032"/>
            <a:ext cx="475488" cy="475488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4828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" y="535838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예약 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사전 상담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579729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관심 부위와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고민을 확인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48840" y="5413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59152" y="4736592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4828032"/>
            <a:ext cx="475488" cy="475488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4828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68880" y="535838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의료진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상담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450592" y="579729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상태와 관리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목표를 상담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096512" y="5413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306824" y="4736592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73752" y="4828032"/>
            <a:ext cx="475488" cy="475488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4828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16552" y="535838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정밀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체크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98264" y="579729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피부·두피·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컨디션 체크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44184" y="5413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→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54496" y="4736592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21424" y="4828032"/>
            <a:ext cx="475488" cy="475488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21424" y="4828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64224" y="535838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맞춤 플랜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설계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45936" y="579729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적합한 관리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방향 제안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991856" y="5413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→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202168" y="4736592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69096" y="4828032"/>
            <a:ext cx="475488" cy="475488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69096" y="4828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311896" y="535838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프로그램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진행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293608" y="579729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적합한 관리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진행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9939528" y="5413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→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149840" y="4736592"/>
            <a:ext cx="1691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716768" y="4828032"/>
            <a:ext cx="475488" cy="475488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716768" y="4828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259568" y="535838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사후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관리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0241280" y="579729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변화 흐름과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유지 관리 안내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4 / 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5  —  추천 대상  +  Notice (주의사항)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74320" y="420624"/>
            <a:ext cx="34747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20624"/>
            <a:ext cx="34747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13232" y="4389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WHO NEEDS SIGNATURE  —  이런 분께 권합니다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6개 항목 2열 카드 그리드  ·  체크 아이콘 + 텍스트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1887200" cy="320040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WHO NEEDS SIGNATURE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167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이런 분께 권합니다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5577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64792"/>
            <a:ext cx="25603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64792"/>
            <a:ext cx="25603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17739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피부 탄력 저하와 노화 신호가 고민인 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627632"/>
            <a:ext cx="5577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64792"/>
            <a:ext cx="25603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64792"/>
            <a:ext cx="25603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75120" y="17739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단일 시술보다 종합적인 상담을 받고 싶은 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5577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423160"/>
            <a:ext cx="25603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2432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두피와 모발 컨디션 변화가 신경 쓰이는 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286000"/>
            <a:ext cx="5577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423160"/>
            <a:ext cx="25603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75120" y="2432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관절과 움직임의 컨디션 관리가 필요한 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44368"/>
            <a:ext cx="5577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081528"/>
            <a:ext cx="25603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개인 상태에 맞는 프라이빗 진료를 원하는 분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944368"/>
            <a:ext cx="5577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3081528"/>
            <a:ext cx="25603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75120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1E1E"/>
                </a:solidFill>
              </a:rPr>
              <a:t>과하지 않고 자연스러운 관리 방향을 찾는 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251960"/>
            <a:ext cx="116128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74320" y="4343400"/>
            <a:ext cx="34747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343400"/>
            <a:ext cx="34747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3232" y="43616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NOTICE  —  시그니처 프로그램 안내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636008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의료광고 리스크 방지 필수 영역  ·  과장 표현 금지 목록 포함  ·  페이지 하단 고정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4828032"/>
            <a:ext cx="11887200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937760"/>
            <a:ext cx="6858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0474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NOTICE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532180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모든 프로그램은 개인의 상태와 상담 결과에 따라 적합 여부가 달라질 수 있습니다.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시술 결과와 회복 기간은 개인에 따라 차이가 있을 수 있으며,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정확한 내용은 의료진 상담을 통해 안내됩니다.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4937760"/>
            <a:ext cx="44805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62672" y="50474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</a:rPr>
              <a:t>⚠ 피해야 할 표현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62672" y="5321808"/>
            <a:ext cx="132588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62672" y="5321808"/>
            <a:ext cx="13258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완전 회복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662672" y="5596128"/>
            <a:ext cx="132588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62672" y="5596128"/>
            <a:ext cx="13258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영구 지속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662672" y="5870448"/>
            <a:ext cx="132588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62672" y="5870448"/>
            <a:ext cx="13258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모발 재생 보장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125712" y="5321808"/>
            <a:ext cx="132588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25712" y="5321808"/>
            <a:ext cx="13258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100% 효과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125712" y="5596128"/>
            <a:ext cx="132588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25712" y="5596128"/>
            <a:ext cx="13258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탈모 완치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9125712" y="5870448"/>
            <a:ext cx="132588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25712" y="5870448"/>
            <a:ext cx="13258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부작용 없음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588752" y="5321808"/>
            <a:ext cx="132588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88752" y="5321808"/>
            <a:ext cx="13258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즉각 개선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0588752" y="5596128"/>
            <a:ext cx="132588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588752" y="5596128"/>
            <a:ext cx="13258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연골 복원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 / 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6  —  Final CTA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274320" y="420624"/>
            <a:ext cx="347472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20624"/>
            <a:ext cx="34747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13232" y="4389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1E"/>
                </a:solidFill>
              </a:rPr>
              <a:t>FINAL CTA  —  PRIVATE SIGNATURE CONSULTING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배경 이미지 위 다크 오버레이  ·  카피 + 본문 + 버튼 3개  ·  페이지 최하단 전환 영역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1887200" cy="566928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11887200" cy="5669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배경 이미지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(프리미엄 상담 공간 / 프라이빗 진료실)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103120" y="1188720"/>
            <a:ext cx="79552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417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PRIVATE SIGNATURE CONSULTING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17373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1E1E"/>
                </a:solidFill>
              </a:rPr>
              <a:t>나에게 맞는 시그니처 프로그램을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1E1E"/>
                </a:solidFill>
              </a:rPr>
              <a:t>상담해보세요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331720" y="23774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피부, 두피, 관절, 노화 고민은 개인마다 원인과 흐름이 다릅니다.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리겐의원은 의료진 상담을 통해 개인에게 적합한 관리 방향을 안내합니다.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31720" y="2907792"/>
            <a:ext cx="2194560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907792"/>
            <a:ext cx="21945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프라이빗 상담 예약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2907792"/>
            <a:ext cx="1645920" cy="475488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907792"/>
            <a:ext cx="1645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카카오 상담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46520" y="2907792"/>
            <a:ext cx="1645920" cy="475488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907792"/>
            <a:ext cx="1645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네이버 예약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31720" y="349300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888888"/>
                </a:solidFill>
              </a:rPr>
              <a:t>※ 버튼 링크: 프라이빗 상담 예약 → #private-appointment  /  카카오 상담 → #kakao-consult  /  네이버 예약 → #naver-booking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6 / 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Slide 7  —  SIGNATURE 페이지 전체 구조 요약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384048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스크롤 순서 플로우  ·  각 섹션 역할 한 줄 정리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384048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38404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94944" y="713232"/>
            <a:ext cx="2011680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713232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HERO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98064" y="713232"/>
            <a:ext cx="9098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98064" y="713232"/>
            <a:ext cx="90982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페이지 진입 · 브랜드 첫인상 · CTA 2개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11887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1335024"/>
            <a:ext cx="384048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35024"/>
            <a:ext cx="38404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4944" y="1335024"/>
            <a:ext cx="2011680" cy="47548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1335024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CONCEPT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98064" y="1335024"/>
            <a:ext cx="9098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98064" y="1335024"/>
            <a:ext cx="90982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시그니처 철학 소개 · 4개 핵심 포인트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0624" y="181051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1956816"/>
            <a:ext cx="384048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56816"/>
            <a:ext cx="38404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4944" y="1956816"/>
            <a:ext cx="2011680" cy="47548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1956816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PROGRAM 01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98064" y="1956816"/>
            <a:ext cx="9098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98064" y="1956816"/>
            <a:ext cx="90982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전신의학 기반 정밀 재생 · 3카드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0624" y="243230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2578608"/>
            <a:ext cx="384048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578608"/>
            <a:ext cx="38404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4944" y="2578608"/>
            <a:ext cx="2011680" cy="47548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2578608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PROGRAM 02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98064" y="2578608"/>
            <a:ext cx="9098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98064" y="2578608"/>
            <a:ext cx="90982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부위별 맞춤 줄기세포 · 피부·두피·관절·바디 4카드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0624" y="305409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3200400"/>
            <a:ext cx="384048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200400"/>
            <a:ext cx="38404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4944" y="3200400"/>
            <a:ext cx="2011680" cy="47548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3200400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PROGRAM 03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98064" y="3200400"/>
            <a:ext cx="9098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98064" y="3200400"/>
            <a:ext cx="90982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두피·모발 재생 클리닉 · 3카드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20624" y="367588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74320" y="3822192"/>
            <a:ext cx="384048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822192"/>
            <a:ext cx="38404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4944" y="3822192"/>
            <a:ext cx="2011680" cy="47548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3822192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PROCESS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98064" y="3822192"/>
            <a:ext cx="9098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98064" y="3822192"/>
            <a:ext cx="90982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6단계 상담 프로세스 플로우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20624" y="429768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4443984"/>
            <a:ext cx="384048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443984"/>
            <a:ext cx="38404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94944" y="4443984"/>
            <a:ext cx="2011680" cy="475488"/>
          </a:xfrm>
          <a:prstGeom prst="rect">
            <a:avLst/>
          </a:prstGeom>
          <a:solidFill>
            <a:srgbClr val="E2E2E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" y="4443984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추천 대상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98064" y="4443984"/>
            <a:ext cx="9098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98064" y="4443984"/>
            <a:ext cx="90982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6개 항목 · 체크 아이콘 그리드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20624" y="491947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5065776"/>
            <a:ext cx="384048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5065776"/>
            <a:ext cx="38404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94944" y="5065776"/>
            <a:ext cx="2011680" cy="475488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944" y="5065776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</a:rPr>
              <a:t>NOTICE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98064" y="5065776"/>
            <a:ext cx="9098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98064" y="5065776"/>
            <a:ext cx="90982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개인차 안내 + 금지 표현 목록 · 의료광고 필수 영역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20624" y="5541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↓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74320" y="5687568"/>
            <a:ext cx="384048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5687568"/>
            <a:ext cx="38404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94944" y="5687568"/>
            <a:ext cx="2011680" cy="475488"/>
          </a:xfrm>
          <a:prstGeom prst="rect">
            <a:avLst/>
          </a:prstGeom>
          <a:solidFill>
            <a:srgbClr val="88888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4944" y="5687568"/>
            <a:ext cx="20116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 CTA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98064" y="5687568"/>
            <a:ext cx="9098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98064" y="5687568"/>
            <a:ext cx="90982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상담 예약 전환 · 버튼 3개 · 페이지 최하단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7 / 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2026-05-12T08:26:26Z</dcterms:created>
  <dcterms:modified xsi:type="dcterms:W3CDTF">2026-05-12T08:26:26Z</dcterms:modified>
</cp:coreProperties>
</file>